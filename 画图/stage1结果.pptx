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15_E2E8D90D.xml" ContentType="application/vnd.ms-powerpoint.comments+xml"/>
  <Override PartName="/ppt/notesSlides/notesSlide2.xml" ContentType="application/vnd.openxmlformats-officedocument.presentationml.notesSlide+xml"/>
  <Override PartName="/ppt/comments/modernComment_116_888EC281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7_601C2287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77" r:id="rId2"/>
    <p:sldId id="278" r:id="rId3"/>
    <p:sldId id="272" r:id="rId4"/>
    <p:sldId id="273" r:id="rId5"/>
    <p:sldId id="274" r:id="rId6"/>
    <p:sldId id="275" r:id="rId7"/>
    <p:sldId id="259" r:id="rId8"/>
    <p:sldId id="261" r:id="rId9"/>
    <p:sldId id="262" r:id="rId10"/>
    <p:sldId id="260" r:id="rId11"/>
    <p:sldId id="269" r:id="rId12"/>
    <p:sldId id="256" r:id="rId13"/>
    <p:sldId id="257" r:id="rId14"/>
    <p:sldId id="258" r:id="rId15"/>
    <p:sldId id="263" r:id="rId16"/>
    <p:sldId id="264" r:id="rId17"/>
    <p:sldId id="265" r:id="rId18"/>
    <p:sldId id="266" r:id="rId19"/>
    <p:sldId id="279" r:id="rId20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111" autoAdjust="0"/>
  </p:normalViewPr>
  <p:slideViewPr>
    <p:cSldViewPr snapToGrid="0">
      <p:cViewPr varScale="1">
        <p:scale>
          <a:sx n="70" d="100"/>
          <a:sy n="70" d="100"/>
        </p:scale>
        <p:origin x="6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@@stage1-cases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@@stage1全测试集条形图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rPr lang="zh-CN" altLang="en-US"/>
          <a:t>@@stage1-legacy-pr-distribution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@@stage1全测试集头对头语义PRAUC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@@stage1全测试集头对头1to10.3PRAUC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@@stage1-c-full-paired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@@stage1-d-small-paired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@@stage1-e-full-violin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@@stage1-f-small-violin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5_E2E8D9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0F793-74DA-4AA4-88A9-C34E265EBB2C}" authorId="{D3F71A66-0C34-DF1A-5236-FECDBC820DCB}" created="2026-09-30T11:03:49.844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@@stage1-a-full-bar</a:t>
        </a:r>
      </a:p>
    </p188:txBody>
  </p188:cm>
  <p188:cm id="{C8E06A7F-45D4-4D74-BE98-66F8A8B59CAE}" authorId="{D3F71A66-0C34-DF1A-5236-FECDBC820DCB}" created="2026-09-30T11:03:49.845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6_888EC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FF26B5-FBB0-4141-B199-2A341311D74E}" authorId="{D3F71A66-0C34-DF1A-5236-FECDBC820DCB}" created="2026-09-30T11:03:49.848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@@stage1-b-small-bar</a:t>
        </a:r>
      </a:p>
    </p188:txBody>
  </p188:cm>
  <p188:cm id="{B4592468-C613-423D-9677-B1D1E8694D02}" authorId="{D3F71A66-0C34-DF1A-5236-FECDBC820DCB}" created="2026-09-30T11:03:49.849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7_601C22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20FAFA-0B28-4A16-B0AB-40C8314F5A78}" authorId="{D3F71A66-0C34-DF1A-5236-FECDBC820DCB}" created="2026-09-30T11:03:49.851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@@stage1-main-sixpanel</a:t>
        </a:r>
      </a:p>
    </p188:txBody>
  </p188:cm>
  <p188:cm id="{B77B6B04-C74A-4A30-A2C2-0B5E9551B6DA}" authorId="{D3F71A66-0C34-DF1A-5236-FECDBC820DCB}" created="2026-09-30T11:03:49.852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全配体，test_0，n=179 个 </a:t>
            </a:r>
            <a:r>
              <a:rPr dirty="0" err="1"/>
              <a:t>PDB。Dice、one-to-one</a:t>
            </a:r>
            <a:r>
              <a:rPr dirty="0"/>
              <a:t> PRAUC@0.3 和 PRAUC@0.5；柱高为 PDB </a:t>
            </a:r>
            <a:r>
              <a:rPr dirty="0" err="1"/>
              <a:t>等权均值，点为逐</a:t>
            </a:r>
            <a:r>
              <a:rPr dirty="0"/>
              <a:t> PDB </a:t>
            </a:r>
            <a:r>
              <a:rPr dirty="0" err="1"/>
              <a:t>结果，误差线为</a:t>
            </a:r>
            <a:r>
              <a:rPr dirty="0"/>
              <a:t> 10,000 次 PDB bootstrap </a:t>
            </a:r>
            <a:r>
              <a:rPr dirty="0" err="1"/>
              <a:t>的均值</a:t>
            </a:r>
            <a:r>
              <a:rPr dirty="0"/>
              <a:t> 95% 区间。Ligandseek-Find </a:t>
            </a:r>
            <a:r>
              <a:rPr dirty="0" err="1"/>
              <a:t>均使用冻结的</a:t>
            </a:r>
            <a:r>
              <a:rPr dirty="0"/>
              <a:t> F2–F1 Gaussian 流程，Emap2lig-Find </a:t>
            </a:r>
            <a:r>
              <a:rPr dirty="0" err="1"/>
              <a:t>使用官方</a:t>
            </a:r>
            <a:r>
              <a:rPr dirty="0"/>
              <a:t> Find/Li </a:t>
            </a:r>
            <a:r>
              <a:rPr dirty="0" err="1"/>
              <a:t>流程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2078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PDB。Dice、one-to-one PRAUC@0.3 和 PRAUC@0.5；柱高为 PDB 等权均值，点为逐 PDB 结果，误差线为 10,000 次 PDB bootstrap 的均值 95% 区间。Ligandseek-Find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700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Emap2lig-Find，纵轴为 CryoAtom2 受体 Ligandseek-Find，虚线为等值线，点颜色为实验地图分辨率。Ligandseek-Find 较高、相等、Emap2lig-Find 较高分别为 112、40、27 个 PDB。Ligandseek-Find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Emap2lig-Find，纵轴为 CryoAtom2 受体 Ligandseek-Find，虚线为等值线，点颜色为实验地图分辨率。Ligandseek-Find 较高、相等、Emap2lig-Find 较高分别为 40、36、18 个 PDB。Ligandseek-Find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zh-CN" altLang="en-US"/>
              <ns1:t/>
            </ns1:r>
            <ns1:r>
              <ns1:rPr lang="en-US" altLang="zh-CN"/>
              <ns1:t/>
            </ns1:r>
            <ns1:r>
              <ns1:rPr lang="zh-CN" altLang="en-US"/>
              <ns1:t/>
            </ns1:r>
            <ns1:r>
              <ns1:rPr lang="en-US" altLang="zh-CN"/>
              <ns1:t>Stage1 </ns1:t>
            </ns1:r>
            <ns1:r>
              <ns1:rPr lang="zh-CN" altLang="en-US"/>
              <ns1:t>配体区域检测示例。</ns1:t>
            </ns1:r>
            <ns1:r>
              <ns1:rPr lang="en-US" altLang="zh-CN"/>
              <ns1:t>a</ns1:t>
            </ns1:r>
            <ns1:r>
              <ns1:rPr lang="zh-CN" altLang="en-US"/>
              <ns1:t>，</ns1:t>
            </ns1:r>
            <ns1:r>
              <ns1:rPr lang="en-US" altLang="zh-CN"/>
              <ns1:t>9Z3D </ns1:t>
            </ns1:r>
            <ns1:r>
              <ns1:rPr lang="zh-CN" altLang="en-US"/>
              <ns1:t>的 </ns1:t>
            </ns1:r>
            <ns1:r>
              <ns1:rPr lang="en-US" altLang="zh-CN"/>
              <ns1:t>SAH</ns1:t>
            </ns1:r>
            <ns1:r>
              <ns1:rPr lang="zh-CN" altLang="en-US"/>
              <ns1:t>（</ns1:t>
            </ns1:r>
            <ns1:r>
              <ns1:rPr lang="en-US" altLang="zh-CN"/>
              <ns1:t>A:801</ns1:t>
            </ns1:r>
            <ns1:r>
              <ns1:rPr lang="zh-CN" altLang="en-US"/>
              <ns1:t>）；</ns1:t>
            </ns1:r>
            <ns1:r>
              <ns1:rPr lang="en-US" altLang="zh-CN"/>
              <ns1:t>b</ns1:t>
            </ns1:r>
            <ns1:r>
              <ns1:rPr lang="zh-CN" altLang="en-US"/>
              <ns1:t>，</ns1:t>
            </ns1:r>
            <ns1:r>
              <ns1:rPr lang="en-US" altLang="zh-CN"/>
              <ns1:t>9HJX </ns1:t>
            </ns1:r>
            <ns1:r>
              <ns1:rPr lang="zh-CN" altLang="en-US"/>
              <ns1:t>的 </ns1:t>
            </ns1:r>
            <ns1:r>
              <ns1:rPr lang="en-US" altLang="zh-CN"/>
              <ns1:t>NAP</ns1:t>
            </ns1:r>
            <ns1:r>
              <ns1:rPr lang="zh-CN" altLang="en-US"/>
              <ns1:t>（</ns1:t>
            </ns1:r>
            <ns1:r>
              <ns1:rPr lang="en-US" altLang="zh-CN"/>
              <ns1:t>B:500</ns1:t>
            </ns1:r>
            <ns1:r>
              <ns1:rPr lang="zh-CN" altLang="en-US"/>
              <ns1:t>）。从左至右为整体定位、真实配体参考、</ns1:t>
            </ns1:r>
            <ns1:r>
              <ns1:rPr lang="en-US" altLang="zh-CN"/>
              <ns1:t>Find_1 </ns1:t>
            </ns1:r>
            <ns1:r>
              <ns1:rPr lang="zh-CN" altLang="en-US"/>
              <ns1:t>真实受体、</ns1:t>
            </ns1:r>
            <ns1:r>
              <ns1:rPr lang="en-US" altLang="zh-CN"/>
              <ns1:t>Find_1 CryoAtom2 </ns1:t>
            </ns1:r>
            <ns1:r>
              <ns1:rPr lang="zh-CN" altLang="en-US"/>
              <ns1:t>受体和 </ns1:t>
            </ns1:r>
            <ns1:r>
              <ns1:rPr lang="en-US" altLang="zh-CN"/>
              <ns1:t>Emap2lig</ns1:t>
            </ns1:r>
            <ns1:r>
              <ns1:rPr lang="zh-CN" altLang="en-US"/>
              <ns1:t>。局部视图比较同一配体及其正式入选预测；其他入选候选保留在三维会话中。</ns1:t>
            </ns1:r>
            <ns1:r>
              <ns1:rPr lang="en-US" altLang="zh-CN"/>
              <ns1:t>Find_1 </ns1:t>
            </ns1:r>
            <ns1:r>
              <ns1:rPr lang="zh-CN" altLang="en-US"/>
              <ns1:t>使用 </ns1:t>
            </ns1:r>
            <ns1:r>
              <ns1:rPr lang="en-US" altLang="zh-CN"/>
              <ns1:t>F2–F1 Gaussian</ns1:t>
            </ns1:r>
            <ns1:r>
              <ns1:rPr lang="zh-CN" altLang="en-US"/>
              <ns1:t>。两例为选定的可视化示例，不代表总体性能。</ns1:t>
            </ns1:r>
            <ns1:endParaRPr/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>
            <ns1:endParaRPr/>
          </ns1:p>
        </ns0:txBody>
      </ns0:sp>
    </ns0:spTree>
  </ns0:cSld>
  <ns0:clrMapOvr>
    <ns1:masterClrMapping/>
  </ns0:clrMapOvr>
</ns0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zh-CN" altLang="en-US" dirty="0"/>
              <ns1:t/>
            </ns1:r>
            <ns1:r>
              <ns1:rPr lang="en-US" altLang="zh-CN" dirty="0"/>
              <ns1:t/>
            </ns1:r>
            <ns1:r>
              <ns1:rPr lang="zh-CN" altLang="en-US" dirty="0"/>
              <ns1:t/>
            </ns1:r>
            <ns1:r>
              <ns1:rPr lang="en-US" dirty="0"/>
              <ns1:t>Stage1 </ns1:t>
            </ns1:r>
            <ns1:r>
              <ns1:rPr lang="zh-CN" altLang="en-US" dirty="0"/>
              <ns1:t>配体区域检测。左列：全配体（</ns1:t>
            </ns1:r>
            <ns1:r>
              <ns1:rPr lang="en-US" altLang="zh-CN" dirty="0"/>
              <ns1:t>179 </ns1:t>
            </ns1:r>
            <ns1:r>
              <ns1:rPr lang="en-US"/>
              <ns1:t>PDB，2502 </ns1:t>
            </ns1:r>
            <ns1:r>
              <ns1:rPr lang="zh-CN" altLang="en-US"/>
              <ns1:t>实</ns1:t>
            </ns1:r>
            <ns1:r>
              <ns1:rPr lang="zh-CN" altLang="en-US" dirty="0"/>
              <ns1:t>例）；右列：小分子</ns1:t>
            </ns1:r>
            <ns1:r>
              <ns1:rPr lang="en-US" altLang="zh-CN" dirty="0"/>
              <ns1:t>-</ns1:t>
            </ns1:r>
            <ns1:r>
              <ns1:rPr lang="en-US" dirty="0"/>
              <ns1:t>only（94 PDB，821 </ns1:t>
            </ns1:r>
            <ns1:r>
              <ns1:rPr lang="zh-CN" altLang="en-US" dirty="0"/>
              <ns1:t>实例）。</ns1:t>
            </ns1:r>
            <ns1:r>
              <ns1:rPr lang="en-US" dirty="0" err="1"/>
              <ns1:t>a、b</ns1:t>
            </ns1:r>
            <ns1:r>
              <ns1:rPr lang="zh-CN" altLang="en-US" dirty="0"/>
              <ns1:t>展示了</ns1:t>
            </ns1:r>
            <ns1:r>
              <ns1:rPr lang="en-US" dirty="0" err="1"/>
              <ns1:t>Dice、one-to-one</ns1:t>
            </ns1:r>
            <ns1:r>
              <ns1:rPr lang="en-US" dirty="0"/>
              <ns1:t> PRAUC@0.3 </ns1:t>
            </ns1:r>
            <ns1:r>
              <ns1:rPr lang="zh-CN" altLang="en-US" dirty="0"/>
              <ns1:t>和 </ns1:t>
            </ns1:r>
            <ns1:r>
              <ns1:rPr lang="en-US" dirty="0"/>
              <ns1:t>PRAUC@0.5</ns1:t>
            </ns1:r>
            <ns1:r>
              <ns1:rPr lang="zh-CN" altLang="en-US" dirty="0"/>
              <ns1:t>的逐</ns1:t>
            </ns1:r>
            <ns1:r>
              <ns1:rPr lang="en-US" dirty="0"/>
              <ns1:t>PDB</ns1:t>
            </ns1:r>
            <ns1:r>
              <ns1:rPr lang="zh-CN" altLang="en-US" dirty="0"/>
              <ns1:t>表现，误差线为 </ns1:t>
            </ns1:r>
            <ns1:r>
              <ns1:rPr lang="en-US" altLang="zh-CN" dirty="0"/>
              <ns1:t>10,000 </ns1:t>
            </ns1:r>
            <ns1:r>
              <ns1:rPr lang="zh-CN" altLang="en-US" dirty="0"/>
              <ns1:t>次 </ns1:t>
            </ns1:r>
            <ns1:r>
              <ns1:rPr lang="en-US" dirty="0"/>
              <ns1:t>PDB bootstrap </ns1:t>
            </ns1:r>
            <ns1:r>
              <ns1:rPr lang="zh-CN" altLang="en-US" dirty="0"/>
              <ns1:t>的均值 </ns1:t>
            </ns1:r>
            <ns1:r>
              <ns1:rPr lang="en-US" altLang="zh-CN" dirty="0"/>
              <ns1:t>95% </ns1:t>
            </ns1:r>
            <ns1:r>
              <ns1:rPr lang="zh-CN" altLang="en-US" dirty="0"/>
              <ns1:t>区间。</ns1:t>
            </ns1:r>
            <ns1:r>
              <ns1:rPr lang="en-US" dirty="0" err="1"/>
              <ns1:t>c、d</ns1:t>
            </ns1:r>
            <ns1:r>
              <ns1:rPr lang="zh-CN" altLang="en-US" dirty="0"/>
              <ns1:t>进行了 </ns1:t>
            </ns1:r>
            <ns1:r>
              <ns1:rPr lang="en-US" dirty="0" err="1"/>
              <ns1:t>Ligandseek</ns1:t>
            </ns1:r>
            <ns1:r>
              <ns1:rPr lang="en-US" dirty="0"/>
              <ns1:t>-Find </ns1:t>
            </ns1:r>
            <ns1:r>
              <ns1:rPr lang="zh-CN" altLang="en-US" dirty="0"/>
              <ns1:t>与 </ns1:t>
            </ns1:r>
            <ns1:r>
              <ns1:rPr lang="en-US" dirty="0"/>
              <ns1:t>Emap2lig-Find </ns1:t>
            </ns1:r>
            <ns1:r>
              <ns1:rPr lang="zh-CN" altLang="en-US" dirty="0"/>
              <ns1:t>的</ns1:t>
            </ns1:r>
            <ns1:r>
              <ns1:rPr lang="en-US" dirty="0"/>
              <ns1:t>head-to-head</ns1:t>
            </ns1:r>
            <ns1:r>
              <ns1:rPr lang="zh-CN" altLang="en-US" dirty="0"/>
              <ns1:t>比较；</ns1:t>
            </ns1:r>
            <ns1:r>
              <ns1:rPr lang="en-US" dirty="0" err="1"/>
              <ns1:t>Ligandseek</ns1:t>
            </ns1:r>
            <ns1:r>
              <ns1:rPr lang="en-US" dirty="0"/>
              <ns1:t>-Find </ns1:t>
            </ns1:r>
            <ns1:r>
              <ns1:rPr lang="zh-CN" altLang="en-US" dirty="0"/>
              <ns1:t>与</ns1:t>
            </ns1:r>
            <ns1:r>
              <ns1:rPr lang="en-US" dirty="0"/>
              <ns1:t>Emap2lig-Find </ns1:t>
            </ns1:r>
            <ns1:r>
              <ns1:rPr lang="zh-CN" altLang="en-US" dirty="0"/>
              <ns1:t>相比，更好</ns1:t>
            </ns1:r>
            <ns1:r>
              <ns1:rPr lang="en-US" altLang="zh-CN" dirty="0"/>
              <ns1:t>/</ns1:t>
            </ns1:r>
            <ns1:r>
              <ns1:rPr lang="zh-CN" altLang="en-US" dirty="0"/>
              <ns1:t>相当</ns1:t>
            </ns1:r>
            <ns1:r>
              <ns1:rPr lang="en-US" altLang="zh-CN" dirty="0"/>
              <ns1:t>/</ns1:t>
            </ns1:r>
            <ns1:r>
              <ns1:rPr lang="zh-CN" altLang="en-US" dirty="0"/>
              <ns1:t>更差的</ns1:t>
            </ns1:r>
            <ns1:r>
              <ns1:rPr lang="en-US" dirty="0"/>
              <ns1:t>PDB</ns1:t>
            </ns1:r>
            <ns1:r>
              <ns1:rPr lang="zh-CN" altLang="en-US" dirty="0"/>
              <ns1:t>数分别为 </ns1:t>
            </ns1:r>
            <ns1:r>
              <ns1:rPr lang="en-US" altLang="zh-CN" dirty="0"/>
              <ns1:t>112/40/27 </ns1:t>
            </ns1:r>
            <ns1:r>
              <ns1:rPr lang="zh-CN" altLang="en-US" dirty="0"/>
              <ns1:t>和 </ns1:t>
            </ns1:r>
            <ns1:r>
              <ns1:rPr lang="en-US" altLang="zh-CN" dirty="0"/>
              <ns1:t>40/36/18</ns1:t>
            </ns1:r>
            <ns1:r>
              <ns1:rPr lang="zh-CN" altLang="en-US" dirty="0"/>
              <ns1:t>。</ns1:t>
            </ns1:r>
            <ns1:r>
              <ns1:rPr lang="en-US" dirty="0" err="1"/>
              <ns1:t>e、f</ns1:t>
            </ns1:r>
            <ns1:r>
              <ns1:rPr lang="zh-CN" altLang="en-US" dirty="0"/>
              <ns1:t>在阈值为</ns1:t>
            </ns1:r>
            <ns1:r>
              <ns1:rPr lang="en-US" altLang="zh-CN" dirty="0"/>
              <ns1:t>0.3</ns1:t>
            </ns1:r>
            <ns1:r>
              <ns1:rPr lang="zh-CN" altLang="en-US" dirty="0"/>
              <ns1:t>的 </ns1:t>
            </ns1:r>
            <ns1:r>
              <ns1:rPr lang="en-US" dirty="0"/>
              <ns1:t>one-to-one</ns1:t>
            </ns1:r>
            <ns1:r>
              <ns1:rPr lang="zh-CN" altLang="en-US" dirty="0"/>
              <ns1:t>指标上进行了 </ns1:t>
            </ns1:r>
            <ns1:r>
              <ns1:rPr lang="en-US" dirty="0"/>
              <ns1:t>Precision/Recall</ns1:t>
            </ns1:r>
            <ns1:r>
              <ns1:rPr lang="zh-CN" altLang="en-US" dirty="0"/>
              <ns1:t>的分拆，每点代表一个</ns1:t>
            </ns1:r>
            <ns1:r>
              <ns1:rPr lang="en-US" altLang="zh-CN" dirty="0"/>
              <ns1:t>PDB</ns1:t>
            </ns1:r>
            <ns1:r>
              <ns1:rPr lang="zh-CN" altLang="en-US" dirty="0"/>
              <ns1:t>，空心白点和粗线分别代表中位数和四分位范围</ns1:t>
            </ns1:r>
            <ns1:r>
              <ns1:rPr lang="en-US" dirty="0"/>
              <ns1:t>。</ns1:t>
            </ns1:r>
            <ns1:endParaRPr dirty="0"/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>
            <ns1:endParaRPr/>
          </ns1:p>
        </ns0:txBody>
      </ns0:sp>
    </ns0:spTree>
    <ns0:extLst>
      <ns0:ext uri="{BB962C8B-B14F-4D97-AF65-F5344CB8AC3E}">
        <ns2:creationId val="2922654463"/>
      </ns0:ext>
    </ns0:extLst>
  </ns0:cSld>
  <ns0:clrMapOvr>
    <ns1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5_E2E8D90D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6_888EC28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601C228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2FFF6235-507D-4D95-9592-660B90FC6A70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6A0C3C66-8C8F-452D-BBA4-C5BADB59502B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02E98617-02C9-4EED-8614-583C7AD68F7C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E33EB44-6F0D-4F23-AC81-7C3390176BCB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8C34355F-05F5-4DAA-8747-90CB7FBDCF2D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7AB8512E-288D-4B1B-A2AF-EF486296E994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C576BC40-0FF6-46B0-AE7E-CA7DB2A440DC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129A376D-A03B-4B01-BAE9-787E9BF212E1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50DD69D2-5355-437E-9F3B-52229FEBA5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87D7B715-793D-4B7B-9D60-0CAD1635BECC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9C4E8E9C-B365-40AE-A43D-F8E8DED4C46F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B10B7F3D-340E-4228-8CF1-E156A1997DE5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B6F99FA-85F8-4407-9E65-A0A687E400AF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AE6F2591-4888-4A2F-BE9D-9F89E06D8489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537477E1-D1B3-40D0-93A7-5AC9DEC4CDC0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A6EE4A6E-4611-4DBF-BE4C-76B7021C96C2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D6E53561-ACD3-47F3-A62B-1ABAD34F3E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9BE62C87-B42A-4E19-AEF4-558441FD14DF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EE63C864-BDF5-4239-AD9A-1D8C9ADAB1AD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28A2EB08-E8B8-449E-9844-5A1B07A60067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BD5A7C91-C3EC-45E6-8BF7-98336E38CDC6}"/>
              </a:ext>
            </a:extLst>
          </p:cNvPr>
          <p:cNvSpPr>
            <a:spLocks noGrp="1"/>
          </p:cNvSpPr>
          <p:nvPr/>
        </p:nvSpPr>
        <p:spPr>
          <a:xfrm>
            <a:off x="6941048" y="4022750"/>
            <a:ext cx="494991" cy="2010817"/>
          </a:xfrm>
          <a:custGeom>
            <a:avLst/>
            <a:gdLst/>
            <a:ahLst/>
            <a:cxnLst/>
            <a:rect l="0" t="0" r="0" b="0"/>
            <a:pathLst>
              <a:path w="494991" h="2010817">
                <a:moveTo>
                  <a:pt x="0" y="2010817"/>
                </a:moveTo>
                <a:lnTo>
                  <a:pt x="494991" y="2010817"/>
                </a:lnTo>
                <a:lnTo>
                  <a:pt x="494991" y="0"/>
                </a:lnTo>
                <a:lnTo>
                  <a:pt x="0" y="0"/>
                </a:lnTo>
                <a:lnTo>
                  <a:pt x="0" y="201081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09BDDE4B-0CC1-4F0A-990A-84FB3C9C426E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92F750D7-BDD6-42E0-B61C-817C4C7B7EA7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4B4EC5CE-8F20-4842-A391-E01E546AA656}"/>
              </a:ext>
            </a:extLst>
          </p:cNvPr>
          <p:cNvSpPr>
            <a:spLocks noGrp="1"/>
          </p:cNvSpPr>
          <p:nvPr/>
        </p:nvSpPr>
        <p:spPr>
          <a:xfrm>
            <a:off x="7503538" y="4421466"/>
            <a:ext cx="494991" cy="1612101"/>
          </a:xfrm>
          <a:custGeom>
            <a:avLst/>
            <a:gdLst/>
            <a:ahLst/>
            <a:cxnLst/>
            <a:rect l="0" t="0" r="0" b="0"/>
            <a:pathLst>
              <a:path w="494991" h="1612101">
                <a:moveTo>
                  <a:pt x="0" y="1612101"/>
                </a:moveTo>
                <a:lnTo>
                  <a:pt x="494991" y="1612101"/>
                </a:lnTo>
                <a:lnTo>
                  <a:pt x="494991" y="0"/>
                </a:lnTo>
                <a:lnTo>
                  <a:pt x="0" y="0"/>
                </a:lnTo>
                <a:lnTo>
                  <a:pt x="0" y="1612101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693A50D-0824-4E78-9DA0-3FE496220ECB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6D9EBF42-B56A-43F9-9FD4-8482A8363E4F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75F5461B-BFD7-4C48-97A3-FEB4E521F5DD}"/>
              </a:ext>
            </a:extLst>
          </p:cNvPr>
          <p:cNvSpPr>
            <a:spLocks noGrp="1"/>
          </p:cNvSpPr>
          <p:nvPr/>
        </p:nvSpPr>
        <p:spPr>
          <a:xfrm>
            <a:off x="8066027" y="5578540"/>
            <a:ext cx="494991" cy="455027"/>
          </a:xfrm>
          <a:custGeom>
            <a:avLst/>
            <a:gdLst/>
            <a:ahLst/>
            <a:cxnLst/>
            <a:rect l="0" t="0" r="0" b="0"/>
            <a:pathLst>
              <a:path w="494991" h="455027">
                <a:moveTo>
                  <a:pt x="0" y="455027"/>
                </a:moveTo>
                <a:lnTo>
                  <a:pt x="494991" y="455027"/>
                </a:lnTo>
                <a:lnTo>
                  <a:pt x="494991" y="0"/>
                </a:lnTo>
                <a:lnTo>
                  <a:pt x="0" y="0"/>
                </a:lnTo>
                <a:lnTo>
                  <a:pt x="0" y="45502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83FDD124-134E-4540-8D35-88D7B7D5D56D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65D5955D-A524-4FC3-BC66-09999737ADCF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FD585267-8CFC-4770-8CF7-1A89F15A5361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7F217713-DD22-4A08-8861-469A619FEE3E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30C20A4D-0FD2-4685-9E55-3DAC8034C32C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C0E1A043-ED7C-43A9-AE30-3F94EED4E30E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23254FE8-78F6-4EC4-9F68-996642C5ADC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63A5C6E2-1313-4BE9-A2A1-B93723900C44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638536D5-C49F-4A82-A5BB-2B269015DFF3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DBBE9F70-6EA5-4CB7-9E85-F76E7A1905A0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3E736CA6-193A-4A36-9B84-C46F2ACA4F5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19C2E507-276A-41AC-95E1-9FF5DA739242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6D4EA777-555B-454E-A4ED-FE4F5F892004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F03A2C82-5F23-41EB-9274-38CC2C073545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EE7C5531-8EFF-4A16-AAA8-366AA0DBB14D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034DE519-6B34-49A7-93CE-F27D8860C099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84CF03A5-C83E-4F09-98F7-391E7E1E8277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7DBE5EA8-17EB-4A73-B131-E0BA40573112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F17384BA-57E4-4873-B3FD-EF5E749B3A40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5DB8F2A5-0628-45C5-B265-ADC0C105C139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9884D45D-C74D-4088-B16A-E35FB3E4678F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EAB58E2B-30B5-4B16-9DF3-E38E2FBFD8F6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3FF5604F-9713-4FB9-A3D1-A47581EBC950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BA39D421-DEBD-4651-8877-D75F79D73820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85AFA896-93BF-4F5D-A33A-4A44A1E1EE0D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04995A1B-FE4F-411B-AD72-78D7B83237C9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21CE1CBD-1061-42B7-9948-E225462ACB8D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FD53A3F2-C5AA-46AF-9809-4A823C7DDD17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DF87E2D6-18D3-45EC-A213-84447539540B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9CF24660-4009-47D9-B433-66793072DFA5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9C1DDC34-2174-451E-BCAE-E1823BB7B35C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630AF151-622A-4208-BBCB-0268F9153E60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8114A07F-BA29-4BBB-9F57-DA6EB6E67020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D8FC0860-3198-4961-9367-829332C194AB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BBDC52F3-F9C4-4F3D-B566-454C59FC1469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E72BB49E-E94C-45A0-97F2-128AB066F588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E25DA40C-12BE-4C79-BE2E-E03B468DFA04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4593D96D-FA79-4813-9B08-B5A8A66CDAF3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EC6F20-6A19-4293-A2DE-9BAC67B7C538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FCFDB267-0301-4C26-A355-750517A98FBE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CBB676F8-7BFA-48E1-87A8-5CDABAC1D6F5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549EFEFC-D9E5-47E3-A8F2-224C6A2EF834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147BFC23-945A-4E3E-A541-8DDDF2B40433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61FD35EF-9042-4EA8-8D56-17818A4AE990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D6FD2061-888D-4BB6-8F5B-6A0689458332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17580FCB-CD10-4D7B-BA70-2FEE23566746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15D9A347-0BFC-4964-AD52-833D77BFABBC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ECF840DD-757B-4913-9EEB-5664543C7AA1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E6639DFF-ED9F-49ED-B31A-1D13734824DB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773AC80E-C44D-44FE-964D-5F4E747F7277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BB50D80E-EB29-4FC3-9FD0-E7BC763E7E35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2DA5FCDD-E14F-4068-BC90-D73F2895FF67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8CA19258-89BB-4BD9-9E07-4895A7C71481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511AE26A-1E38-4A08-88A7-2D1CAAE1B0C2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29C20299-F42D-40D1-A7EE-7160DF5E173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DC586747-AC5A-4A93-A51C-381A86964D82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735E6A57-7FD6-45B6-85E8-5043E8AAA19D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0B767B4A-E83E-4D40-93A9-4DC4AAC48311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FB4D4815-0555-4ED2-A2C8-95E7154C2A7A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50A9FC97-A4B5-4662-AA11-9B01D10F709F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9ED8E46B-EF55-4CB7-81E6-0BC496EC4549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376BBC6E-DEC6-4BB7-A8FB-0975C36D3A89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5405AF86-D0F2-4139-A3AC-9C83787D2711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C8C96DFA-C0C2-4F63-8488-AAA60C3CBBCF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65254FFA-C8A3-4268-A5AB-3B6F63B224B2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55C16513-907A-405B-8C40-FCE2A3F3A7F8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F1098F56-2513-4EED-A3AB-9532F2B09B59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363C7511-8AA1-42F9-9D50-69DA61649244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2909102F-74A0-486E-BFB9-DBED943D72E2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BD5C6E12-8FB1-455A-9CE5-04A95D19A291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EDABD1EE-9AFE-4BFF-917A-AC24EA19D3F1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A9535010-8ED0-48C6-B883-F25B0FEA322D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B9C22E03-87CA-4AD5-AA51-C779963A130F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042D3B49-326C-4F1F-8BAD-F9D083847C56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D3C0A2AF-C186-4C34-8E35-6A0073A5B9CB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4DD5A9AC-8D95-4CE4-86A2-8A7FBF087513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C4C7C3CD-77C4-432C-92FF-C79DEE9C88BF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D0E3F9AD-2B50-4634-9E80-8A3919AD6BAE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38038F8B-4191-467F-9334-6ACCFBEF0F39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D99819BE-15AE-4BE7-A98A-BE0D490A191B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1CA590E6-C572-448E-AA78-824DCF0829B5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999DA51B-0C81-4C13-A495-4EDB982332BA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21CDF19B-D9BA-46E6-8FF3-88F180B4517D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63CF66A5-8600-4A7D-897E-3C73140A6801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536D6594-D727-4482-89B2-849060569CF8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854A85CE-8686-48FA-ABEB-4EE52C121EFA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6937BA0A-D585-4261-B51F-04E4B1BA599C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AC9E057C-A506-45E1-9576-FFA27C4510FF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03F6F65B-4FDD-44BB-B1C4-8E1AC4BCFA5E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F67F2610-7D35-4456-93F1-4B602EBC1867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C72EC6DB-9D74-4FC8-B2FC-F41ADA4AD2AB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90367AF8-1D07-4345-9CFC-0782DB6C1604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E1D2FDB9-38CA-49C3-9686-15BFB877F8F4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26CBDEF2-DD58-410F-B79F-74C1A9AA6F6D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52126096-7286-4C42-8A1F-532AD2D74FB3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80E965B7-E7FE-4A1C-8C26-19D1D6640011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1BAA1D39-DBF9-498B-9B33-3A6CD528F94E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775750E5-01A7-4FE1-8D2C-2BDE8F274961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636B4077-6590-4FC5-97E7-1DE6B6DEA7A0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D45B8FF7-DA33-4054-BE4E-DEBCE5386BE2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BC354F58-2674-4FB7-AFC8-A2941156CEFC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69B99283-19AF-4AC7-8B56-40533D7D66A9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93B076FB-2AED-44CD-9777-2C646B54412D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CC0708DE-DDEF-403F-9ECB-E4604CC7087E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8707A4E0-B086-4F8E-B7C7-6D39D95DA99D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02048574-F14D-45D7-B3F2-B02DC4C13D90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5D2AFA1B-5D79-440C-B425-9510AE352EE0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7704EB-A147-4DC7-8D4B-96454475D296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EBCDF991-FCA0-4560-A8CA-80692AEDA6AF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B1EA7678-9AF4-4857-A617-DC3958CF5E33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3E44179F-46D8-4447-9CC9-DE96EEC909D5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EEC8C7D5-99F9-4677-8000-DA6AB7D47566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F3932810-8F7E-4B84-B044-08F36622CF4A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187C444F-6DF4-4D66-9BFE-8B7C82E1994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3F14AF1E-8DFD-4C79-B6E6-6BD743850C46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5E015F75-D019-4770-A8F7-B07E7529EED5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EF56D4CB-1D2A-48FE-92D7-DB11B69FAB28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C177921F-5FBC-4E87-A3AD-D2B16F6EB689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0160A30-5CAF-44DE-9809-CCA9B2B6C1B8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A30BF102-AB30-482C-A445-DED6F5157A4A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378E218E-2645-42F9-A2FC-4E3DE3B42B51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AF13527B-0408-46D3-B6B1-18514554D58C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4B2D6A5C-C81F-4A5F-AD02-D7F9E019111B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1D0A45F9-04D1-48FE-AEF9-8D2322E46A61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A0738684-C7CA-44FF-8109-E2FDC57966CB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189DD1F5-A071-4482-BB2A-7ABC65350652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F3F9C52E-54BC-4D0C-85BA-1E1796ED43AF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CA6D0045-6FE0-4604-9CBA-F44675509E47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0E130EEE-90E6-4600-8D55-02B7E1C968BD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73B00931-5EDC-48F0-BEE5-A21BBAB0C83B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F23FC98F-F982-4CD7-9497-2B15AC7B2127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9E27655-9E8D-42FA-A21D-8F7C881A905D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20577D69-0E85-4D4D-AE62-5B7D4B5238F8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EFBCF00C-D5A9-4CDB-8093-736C42600257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06C8FDDB-24CE-46D1-9218-4FB3FA2F0D44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D49CF432-5139-4195-9FAC-EE2DF3309CC6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E1D67640-65E3-4F2F-B6DE-105B2BC6AE5F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B24A3344-1BCB-42A1-8A63-562B0CEFEF63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B5F238E9-8EE4-49EE-8E72-197B15AEF0F0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67DF78A3-2CB8-4714-8E2B-26709B8C4C40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C90750DC-D245-4168-9DBF-07273B6DE06A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542BE1D1-34FD-41AA-A6B6-1ED4511441CB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A853494C-7E75-4C25-9BD3-BC456BC2355D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FC760216-925E-451F-90AB-77248EADFD6D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CE2FC4F7-8DFA-4014-A205-88C803967E70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02E37F64-DCCD-4142-9E43-702BB1993D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A2C92560-35DF-4CB6-8454-DE55E52433AA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4ACC174C-6532-4EA2-B69E-DBB165F95EE7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556D20C-6220-464D-9589-E4EC39150605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855453EF-4FA3-4FC5-AF7F-5AF7A7C754A2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BCF79E0A-086E-4A45-B9E8-49A3781421FB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CBD30606-7EEA-4537-9E26-283EABD965C7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BF17B3CE-78FA-4B28-A1B8-152FD33FF0B1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B27D09A4-6C12-4DEC-875A-662CB8D85FB8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26E0C252-7A9E-4947-A266-2796C2B3E711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5C0D281C-5DC8-4AC5-850C-B63ABE217654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4129124E-B385-4330-BF89-1B3C827DE3F3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92B35938-31F9-4C90-999B-5115EB39497E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8171B9A9-7785-4DAA-8855-EF36D3721FEF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BB332BB7-F2FF-4939-8820-DD1021423675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8CC6E764-09A1-4E39-9BE6-97D2E0B7E72F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EE972FEB-3CA4-4AFB-A2A5-B55F8B36FBC2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80D40C23-B9D2-459B-9FD8-8960B8A424B6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2773F8C0-07EE-4B59-8708-8FA0DD8B6A88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0194ED5D-75C7-4654-96AB-7B454C4A4707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533199B2-6B10-4C4F-B6BD-3463C85CA6D6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7494CFA3-3782-4606-A249-B0EE4CA75990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028ED731-B144-4524-ABAD-0DEE4BE648BB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DAF0E504-34FF-44B5-B408-29FF1E8FA0CB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FFE8AE81-E348-4616-800A-D8ECEB0974DB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DD819BE4-C4A3-4343-860A-92CDBFFBABDB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C9815B54-C7D6-4943-A3A4-B04677516E77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4A7F4163-3E4A-47B4-8265-598EF3A86252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83472267-CD2C-4549-AF06-078C62F7DC39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3536C567-27C5-40C9-8A17-7DD292DAF994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1D0E4E0-B978-4896-B8C9-5482D83AFEBA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D49ED71D-CFF0-4DD2-996C-DF491AF9BA93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74340B8F-8E5E-4A5C-A02F-F3A53477CF45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A20B80DC-EB12-4365-A15A-30AC250696CB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3FEDB090-9B15-4EFC-94C1-AB9A452A1F76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42C0E4E6-51DD-40C8-8DEA-55D57B8D5004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3E32AF3F-3BBF-45BF-82A8-A2E0FB3634E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E278843E-DA84-44FB-AFA8-549CA67ADF78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4C162B39-5402-410A-AD87-A3DDDCFEF7F8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8656CB3E-BA48-4947-8359-2A87ADC8872B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51CC85A5-A39D-44E0-8905-E7857A2C4F5F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2380ECE3-CCF0-4331-81B3-FF6B633B0B89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697C925C-1259-438B-8FD8-08A3497FB026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297FE65B-0C6F-41BE-8C7D-931280C1D391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1AADF368-13F9-46D6-8DB2-08EACFCB0743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035EAAE8-50D9-4341-9DEE-F8D326ED7E2B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D265F39A-9F6C-4355-9704-F0964011952C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88714F0-6FC7-45B4-BFC9-8BDFD57E1573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4E7D276E-4127-4045-AB4E-3EF805432CAE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A6FA9ECD-7680-4D65-B5B9-F48C9A99A13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698044A6-8A30-469C-BF8A-0EABE5937FE7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D808D411-A8F4-4B6D-975F-8328D01544E5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DE398479-5DA0-409B-90D9-6C83D2075265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0EA2ADF5-1D60-4164-B9B5-B51AAD709BA2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08D93B5-0B94-4459-9B7C-DC1780000FD1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072A6161-98A1-45C1-AD1C-DA18B547C618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5B2E472A-4AC1-4E5E-851F-CED2A15DB707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10F6BBBE-586D-49C1-8559-B384DEA8473C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A89B9FEB-BC45-4117-A5A9-03EFD22B6F84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B4F2BCE1-9E42-419E-814D-B4DAF652B85C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C61A9F47-722E-439B-A7AB-26649096EE0E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7D39C8D8-45A1-42E8-AF5E-D9C35861A21B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54DEEF56-3C76-405A-A11E-D9C621E62549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F7CABDDC-9308-444B-8A7B-FFA0A03A525B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CF79F623-9A61-43DD-B071-80F963AB4828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2E95B6A8-9586-45B2-BB54-883977C67616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F664C3E8-76F8-41A7-9D87-276F9F8626BE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4B08D39A-BBB9-4024-A6C1-9994B917097E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290986C8-8CEA-4D41-B6F0-7AE57B1C5CBF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31AA1C72-CA6C-4BD5-9A8D-9B23675B04D4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0284E0DA-0451-4A85-B24B-2CE075573CA4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9630D306-125D-417E-8699-E39E16810E05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E40C088A-46EC-4956-A484-2DEE78ECCE8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9CF6499-E4F0-4766-A094-391164020CC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A17284CD-EF7F-441B-8994-356F90024389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2BD79B29-D69D-4792-979A-4C44DEBF52AC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CC356759-E289-447B-B3CC-EFD787D8EAFF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A08CBDD8-D192-4B7A-9E85-78E46BFEE2C6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9D776283-5643-403A-9E77-6787B87089D8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1C184932-DB6B-4006-B389-DCF5BC0B8F88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1489959-BF0C-419F-B834-AB02D66032EA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C4542C44-0D14-43E8-A4B9-21C79C6CD771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5D2D4FA6-34F9-4426-AB3A-319D6B878786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23B2C7EB-9801-474C-A472-4E10700B5383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1D9F5104-E737-4C2F-88AD-94F783937BC3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F2F43AEA-3339-4C48-A1B2-53224DA26CEF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97832B74-5628-427E-A28B-0112674B91ED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ABC929DA-C548-44A3-9D6C-EDB2C1CB6BD8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AB1CFB60-FB9F-49BE-929D-654E9DC3D4B7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B5497CE3-0E2B-43D0-903B-609B722ACBB9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9248A07E-7E48-4B4A-A361-81ED644E6612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F93D6908-BCF6-46EC-886C-A18D5FE71C53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4462D5F7-6520-44EB-B7C8-CF09AD4E5EF6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D0540AE6-83BE-4D02-BCC7-31FB212F89AE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96377DB1-173E-431F-AEF8-58EEF72EF515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17714A01-932C-4F58-B74E-25363B384230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1C517636-3924-41AE-863F-99315E2697C1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C31711D8-D136-45ED-90F0-1548DB987FC4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C02B477D-5D7D-4C52-A910-4D2B2E3254E3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9ADD46E4-6E46-4CF9-A52F-9CD9ACE55CE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C1F83A58-BDBC-4824-8264-78F4960436F6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D0E77488-6578-4E7A-AB47-964DA15DC565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A9192ED4-9959-4FC2-A1D1-6F0ECFE5AE16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578748F0-2231-4E18-92D8-97D7A99F4520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56F4AAD8-4F79-438F-AE95-7508BCC44DDD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EB8B5111-C692-4CE6-BDDE-F1742D6AE1A2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02D420B-C066-42E6-A3E9-D9F3409FAF2F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FB31567-17C2-4A5E-8268-1978452F0899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08234766-2FE0-446F-8281-706DADC04E3D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B6232F49-715F-40A5-9BB4-A610CC5A9850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BA9B3E14-7ED5-4979-8E12-36CC1605C505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3BBC3417-5D68-45CA-975A-C49003442603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53756A0D-3C89-42EA-9071-EF7F75392AEB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6143021C-50DE-457F-AD55-19EA2E336FC2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082D24F4-AC50-4FA1-B849-4BC116EFF200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063B8E43-AFE9-4B00-800D-CE722911BC65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6D3ABA9D-3435-46D0-A6BB-4C16B5FCA6EF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228E0364-60E9-4B56-B196-8FA0658F5129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5C5F2F51-F267-4678-B9D7-8546298279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98D31A91-750B-4FBD-AC36-989CB95A5237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D285BA7D-9910-475D-944E-156E48E82A54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AAEFEAC5-F631-49BC-B846-E973BCCCD487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C420B18F-0282-45FE-A8B6-21770B85FA42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C4D42DE0-92F7-4739-B3FE-05593DF2FB2A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A37B594E-8F9F-455A-B7EF-0FEF878C4C83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A0483E88-D6A1-4DFD-8584-DFDA740C6BA5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88F47930-7CCF-49CE-BB16-3740EBEEB482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7DF85027-13F9-49E1-9E41-2D42DFC225EA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7E16E14C-EBE8-40EF-AD56-3EDD3476C76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93D5F414-E8F4-4879-97B7-F5609C9262CB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7037B305-8C8D-4B27-BC1C-9DCDC9328327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E9C3821E-2E47-4345-96E9-2F731AE11F7E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11BE41A7-5FD4-48AF-816C-B43C3CFC0895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56BA9EED-4B8C-4339-982C-EBA77BC30829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16F3C5B0-33BB-4F77-8BEE-D91C6903AC11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89B7DA89-27B0-499C-AFC5-D5618D634F33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1828B0BB-6E41-4B00-B164-B9059ACB2A54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8F746DB2-B84D-4A67-8DF7-6C2B193E11C8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00CFDF0A-141F-47D1-AC99-A033523A67EE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A5C70476-F465-4B00-95C7-A16611EDA83E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20A5CA3D-58F9-43F3-B873-3DFBEDF54B35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B26AD56C-2BA9-4912-9273-9D11220809DE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648D94B6-446F-48DD-B420-369164D0406D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CAB9874-A1F6-4EC6-AC8E-A7C49D08D594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53486B0-0CA9-44E0-BED6-F51D54BD654E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59F51DD0-51A3-4F0C-A56F-E2CF3E1E4112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11C6006A-A82B-43AB-BC7B-C7E6B80E0A62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B5C547C9-B7A4-4449-96F3-14163F02F9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87F53B91-D120-4F00-B361-627789A87E4A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BEC1A807-2E06-426E-8E04-96593885398B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A999A2F2-189B-4ED3-AFF0-06E819F36954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B2E52914-86FA-451B-8172-469CF66441F6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1BD8C54B-3C94-432E-9E23-48C75ED72A85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03450943-FEEE-4294-B64F-03ACED4DB922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24C73E4B-2199-492A-9A97-91606AB49D1E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B79BABB5-7FA0-4CFB-ADA6-5A8A3F4A30DE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919295E5-D747-4586-9B37-99598CE32C55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531E10A8-CFCF-4DF7-9651-2434F62FF1C2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77F4F871-8CD2-4F6D-9326-E39BFC97059E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CC1CBA50-4593-40AB-9C86-B03DCD1D1CF6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C7717FDC-74CA-455D-B12D-AE28BCFD4A55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B1BD74F4-3F90-4B64-BBA8-C2B2C97FD30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E1C8CA58-176A-4444-9293-74BAF286E73D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739C7E17-4453-4D36-ABFA-7FBA22727DFD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330291BC-FF38-47FA-B624-117384FEA479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0A68FE85-3175-41C4-8651-8C94A2A077E8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BABB93BE-E993-4878-99BB-A360F0AD4EC3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3DA2B5EB-5CF0-4BE9-85EA-C9846C7A2174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43F8FFC6-71D4-4D5E-8D93-2415C802A6FF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7BA219EE-4DF2-4C08-9DEE-F97814CAA738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B21B3F39-EB76-44CA-9298-F0F7C47D0F43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01608AB6-C1F0-4320-BF08-DDF8FB6F61B9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245A27D5-6886-4E58-844C-850FC847E610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D8E78FEB-C021-47E8-A40C-68A851CCA686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66895997-0430-4513-ABCC-2A172B7EA21A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2D7346AF-681D-4EEB-9915-BC49C9AFAC9D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E899A96B-C7ED-413B-ADAA-C888F289C8C3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1CA597D5-98E0-48ED-9CCF-B1291BFA44F8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59464A5A-D178-461F-9CEC-D2EE50B0FF53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E5DAD4F3-B4CC-49A6-8C1E-9ECAF3175D7B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0149F8B1-CAD9-4229-AFAB-4F3A2D07BBD7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91D8F292-A99E-4854-A61D-3FAA6D114037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E48AB4D3-275A-467B-8836-AA81EF7F4F70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43DC0C51-3444-4678-80DF-9383735472B6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9D64DA41-9D4C-4982-9B4A-57BAA94020C8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20C07446-4BE3-4BB0-948C-BA5368137401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174C2CED-71F9-4BB4-A6B6-EDB2B957DACE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E3E80721-FF53-474B-B270-344D4CF13AE2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6FAAEC65-BF7D-4DE5-B4B0-C4270A608736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E1FAA4D4-A064-44CF-9A88-093A233FED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E98662B3-FF39-451A-A446-1565D0CE1048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331185AB-D119-4F85-9ABD-E2A050E6F81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9CE7CBF1-0061-4738-8D6A-9D34C23D3310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D58BEBFF-101E-41F8-8CCA-B4BCD3506E6F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B18696C5-D958-4EC2-A271-2E52BD827B87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36163FE6-B186-469C-838F-470E4258A1EA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194F3DFE-5176-429B-A42C-42F0CC69669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46C09AC5-F4EC-44E8-AABE-F7D89D602A7D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8EDC65A5-2A16-448C-ACF3-465938255D4B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6162E90A-2C3E-471A-98AD-452E799AA0D9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E83F58E2-819D-44CA-9AF3-C87179958273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73B3F3C5-5206-494B-899A-173DD73D7EAF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7D890743-5EF0-434F-9478-A9CA1EED5015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180A132F-55FD-4B0C-9863-4695A1A7B2D8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D9A5C081-6724-48D0-9D58-0B36F089A321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0C89781C-5CDB-462D-BDB5-DBC971CE44D8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0CCB661-E23A-4358-919D-FC8C73DB2EA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6628A904-7F91-4317-A1FA-30D26D691A87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ACC3E4DF-21A7-4EBE-9468-8C4077B3016D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EB63DFF3-1FE6-4AF2-B693-A86DF5DE62CA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9818DF95-DF7D-4768-98DD-F99EBD38938F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44337348-1C97-49EB-94A7-D8AA5DEF52AD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274191BD-3519-42B0-A3FC-B9800B2B7B12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4F58A8BA-65E2-4B18-A237-382FEF72166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3FA60963-1E67-421D-BEA3-8387F5AD2684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257CACEF-6F09-4CF0-AAC6-9E95B5ABE594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FC27297B-3241-4F3A-860C-7F4E423C4A4F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B4E5AAAE-C601-4949-B82B-49FC3F5E45A7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569C3D09-9C56-4471-A0E9-23155DFE28ED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CEA64D0-1BB3-4EA6-A671-6855A56E40E2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3B70087E-437B-4F65-8B0D-2D93D5F3486A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96F099EC-3D2A-40C6-AF60-C3151510F673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853007CF-0C7E-476C-BD08-0F78F2279497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87A1A997-5E48-41A7-9A61-6443F98B3738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0F87B187-01A1-49DD-BA14-227C34803493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F38BF57A-49FF-484E-9BAC-EA64FCA3F153}"/>
              </a:ext>
            </a:extLst>
          </p:cNvPr>
          <p:cNvSpPr>
            <a:spLocks noGrp="1"/>
          </p:cNvSpPr>
          <p:nvPr/>
        </p:nvSpPr>
        <p:spPr>
          <a:xfrm>
            <a:off x="7075040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98362247-6927-4E87-BEB2-1E8DB9581A27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B959ADAA-953B-45AA-9E58-C28F73F944E6}"/>
              </a:ext>
            </a:extLst>
          </p:cNvPr>
          <p:cNvSpPr>
            <a:spLocks noGrp="1"/>
          </p:cNvSpPr>
          <p:nvPr/>
        </p:nvSpPr>
        <p:spPr>
          <a:xfrm>
            <a:off x="7097666" y="56937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5AB14889-BB26-49A1-8CDE-99344E77503B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00C3A797-A093-4C85-BC5B-5E809D6C85BC}"/>
              </a:ext>
            </a:extLst>
          </p:cNvPr>
          <p:cNvSpPr>
            <a:spLocks noGrp="1"/>
          </p:cNvSpPr>
          <p:nvPr/>
        </p:nvSpPr>
        <p:spPr>
          <a:xfrm>
            <a:off x="726100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96A82BBE-458E-45BF-8797-9A3A2B01489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19FE2684-1ED9-4CD3-91F6-DBD470825E76}"/>
              </a:ext>
            </a:extLst>
          </p:cNvPr>
          <p:cNvSpPr>
            <a:spLocks noGrp="1"/>
          </p:cNvSpPr>
          <p:nvPr/>
        </p:nvSpPr>
        <p:spPr>
          <a:xfrm>
            <a:off x="70954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D8F5600F-FF2A-4EE3-8869-C70BA8A7DFCB}"/>
              </a:ext>
            </a:extLst>
          </p:cNvPr>
          <p:cNvSpPr>
            <a:spLocks noGrp="1"/>
          </p:cNvSpPr>
          <p:nvPr/>
        </p:nvSpPr>
        <p:spPr>
          <a:xfrm>
            <a:off x="7052656" y="3237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49410E54-79EB-4AB1-8771-427C9130C207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CBBE6A24-F790-456C-A528-341E48DB24AE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819070EA-65DA-4361-AEFF-811D9A1FA0CD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68107088-9BC9-436D-A4A3-BBE73C2E19F8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B6EE889E-51A8-4A76-91F9-9B2082270515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5B4C97BB-851F-4DCF-B556-CE42C94A1025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48CAEE62-BC65-4D5E-8F1B-997CB127BBF7}"/>
              </a:ext>
            </a:extLst>
          </p:cNvPr>
          <p:cNvSpPr>
            <a:spLocks noGrp="1"/>
          </p:cNvSpPr>
          <p:nvPr/>
        </p:nvSpPr>
        <p:spPr>
          <a:xfrm>
            <a:off x="7170380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B361D5ED-9005-49F1-ABF2-FAC5754DCFC1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EE6F3C35-DA9E-4E81-8922-ECF8FDDC7E26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F2443665-BC44-4E9D-92E7-F0AA7F063A7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85CDD476-9148-4C05-9B5C-AC5421B2C551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C5ECB5FB-327C-4256-B1B8-E3FA891E31A8}"/>
              </a:ext>
            </a:extLst>
          </p:cNvPr>
          <p:cNvSpPr>
            <a:spLocks noGrp="1"/>
          </p:cNvSpPr>
          <p:nvPr/>
        </p:nvSpPr>
        <p:spPr>
          <a:xfrm>
            <a:off x="7128330" y="50946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E85BB60A-055C-4F07-A598-19DD1F273202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EE4D0CC6-9928-41D7-9CEA-7EECAF9FD912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CF6582F2-FFC9-491C-AEA9-09CD55F7BBE3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5E7DD975-B69C-4FF6-9193-5CF2164E523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9DB71A8E-0499-403C-B37C-74D2B869F5D1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AE1A1E4A-736D-429A-9D9E-64028A8AB8D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C75FFD42-909C-4F27-B277-2D9A17600A6E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46F91A03-B49F-4ECC-A9F2-F3122B9D6E83}"/>
              </a:ext>
            </a:extLst>
          </p:cNvPr>
          <p:cNvSpPr>
            <a:spLocks noGrp="1"/>
          </p:cNvSpPr>
          <p:nvPr/>
        </p:nvSpPr>
        <p:spPr>
          <a:xfrm>
            <a:off x="7156541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944D9903-0E20-4B11-847B-FD7B9B85BB6A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5E39D75A-EC76-4A7E-B874-CD5E977C5D3B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E03F1C01-92CB-4CEA-9F26-5CB3E4D43E33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B6BA49DC-316A-4660-8F3D-DF50A8305D96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0B95572-8002-4B2B-A8F1-C043A5C3273D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038EB19-D890-48F0-BB6A-071C06CDF23A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DADD00BF-8B4A-414C-82D3-87813F77B31D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A21F3503-5F5D-401B-9051-88D4EB18F094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D1110BB5-4314-4E31-99CB-FF0FC6B5AAA1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052D5CA8-09ED-42CC-BB74-165D186DE564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8FD12B56-9E7E-46FA-BB45-B83757DC73B7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74F32861-4074-4026-B506-B00522B63805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F7777DF1-F6E3-407A-AB42-B87993FE6471}"/>
              </a:ext>
            </a:extLst>
          </p:cNvPr>
          <p:cNvSpPr>
            <a:spLocks noGrp="1"/>
          </p:cNvSpPr>
          <p:nvPr/>
        </p:nvSpPr>
        <p:spPr>
          <a:xfrm>
            <a:off x="716567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E171F239-0BAD-473D-88A6-C612AC88EBA8}"/>
              </a:ext>
            </a:extLst>
          </p:cNvPr>
          <p:cNvSpPr>
            <a:spLocks noGrp="1"/>
          </p:cNvSpPr>
          <p:nvPr/>
        </p:nvSpPr>
        <p:spPr>
          <a:xfrm>
            <a:off x="7175047" y="51747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9F98AD3-5567-4CA3-B9EC-DAA7748C7727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D2EFC1FD-B642-4E3D-8C61-DDBB9AE7209F}"/>
              </a:ext>
            </a:extLst>
          </p:cNvPr>
          <p:cNvSpPr>
            <a:spLocks noGrp="1"/>
          </p:cNvSpPr>
          <p:nvPr/>
        </p:nvSpPr>
        <p:spPr>
          <a:xfrm>
            <a:off x="7090501" y="57581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CE6AA5EF-1C33-4ACE-8E6B-99FF85F8BE5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72979866-8CF0-48DE-BDE0-F564E011658F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879B2AB2-A120-4130-A4BE-1E85F9041892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9BFB7831-9AA6-45DD-84FF-2801A569F1DD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AD713FBF-49BB-4BD3-ABAD-4F1E581C489D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CB45928A-B6F0-45E9-BC03-7BB3A8202B84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4B1F04CC-9337-4079-88F9-B1FDF3CA2E7E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1376CCFD-32BC-4466-AC49-1AC1575AF731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89C89947-CD51-463D-807B-00D0A0450C72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6A29814E-AB14-4CFE-A7F3-7CD7CA669560}"/>
              </a:ext>
            </a:extLst>
          </p:cNvPr>
          <p:cNvSpPr>
            <a:spLocks noGrp="1"/>
          </p:cNvSpPr>
          <p:nvPr/>
        </p:nvSpPr>
        <p:spPr>
          <a:xfrm>
            <a:off x="7079573" y="45317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FF00D9C0-2684-4E2A-A1AE-664E3067B572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CDD18EA1-88B5-4F2E-80F6-606C925692AC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B10B9F49-2091-4F55-8BC4-50FD6702E289}"/>
              </a:ext>
            </a:extLst>
          </p:cNvPr>
          <p:cNvSpPr>
            <a:spLocks noGrp="1"/>
          </p:cNvSpPr>
          <p:nvPr/>
        </p:nvSpPr>
        <p:spPr>
          <a:xfrm>
            <a:off x="7238367" y="32313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CF88F6E9-F463-47B8-BBFD-802FC740B6B6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461B4F06-9F37-47AC-BB70-0DE658781ACB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D0B81753-160B-4878-99F6-AFC8D57A2160}"/>
              </a:ext>
            </a:extLst>
          </p:cNvPr>
          <p:cNvSpPr>
            <a:spLocks noGrp="1"/>
          </p:cNvSpPr>
          <p:nvPr/>
        </p:nvSpPr>
        <p:spPr>
          <a:xfrm>
            <a:off x="7026421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61CCA162-3558-450E-9B55-A2F2D6F6EAF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362F1BE4-4001-4BB7-A18C-23C5FA35136A}"/>
              </a:ext>
            </a:extLst>
          </p:cNvPr>
          <p:cNvSpPr>
            <a:spLocks noGrp="1"/>
          </p:cNvSpPr>
          <p:nvPr/>
        </p:nvSpPr>
        <p:spPr>
          <a:xfrm>
            <a:off x="723910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A8AA36CF-A2C7-419A-B4E9-1FE054EDE7A3}"/>
              </a:ext>
            </a:extLst>
          </p:cNvPr>
          <p:cNvSpPr>
            <a:spLocks noGrp="1"/>
          </p:cNvSpPr>
          <p:nvPr/>
        </p:nvSpPr>
        <p:spPr>
          <a:xfrm>
            <a:off x="7241744" y="5942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8FF18011-5A1C-47DF-B9E4-F6E1C98FC59C}"/>
              </a:ext>
            </a:extLst>
          </p:cNvPr>
          <p:cNvSpPr>
            <a:spLocks noGrp="1"/>
          </p:cNvSpPr>
          <p:nvPr/>
        </p:nvSpPr>
        <p:spPr>
          <a:xfrm>
            <a:off x="7033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320ECD33-BD95-4DF3-9071-ECF7EC04E4A6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90634FF7-BFEB-42CA-8E78-ADC337BDF2FC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A3DF363C-08C3-4C7D-96EE-5C226F109B8B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BFADC77C-A447-4C35-B981-A24391C58095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925315F8-7B3C-4993-9344-D3CE089B1D73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6C6ED07A-5D3E-49C6-95F3-9D0A3E040E81}"/>
              </a:ext>
            </a:extLst>
          </p:cNvPr>
          <p:cNvSpPr>
            <a:spLocks noGrp="1"/>
          </p:cNvSpPr>
          <p:nvPr/>
        </p:nvSpPr>
        <p:spPr>
          <a:xfrm>
            <a:off x="7165602" y="3514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C46A20AF-6ABA-473E-8FA9-EEC8481738E8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13C3A775-B44E-40E0-B596-7D53E1B8989F}"/>
              </a:ext>
            </a:extLst>
          </p:cNvPr>
          <p:cNvSpPr>
            <a:spLocks noGrp="1"/>
          </p:cNvSpPr>
          <p:nvPr/>
        </p:nvSpPr>
        <p:spPr>
          <a:xfrm>
            <a:off x="714497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5511B55D-41D6-4678-BA77-21FA160CF9F8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C3D9BBA6-0596-46B5-BAB5-5A39C99E7A83}"/>
              </a:ext>
            </a:extLst>
          </p:cNvPr>
          <p:cNvSpPr>
            <a:spLocks noGrp="1"/>
          </p:cNvSpPr>
          <p:nvPr/>
        </p:nvSpPr>
        <p:spPr>
          <a:xfrm>
            <a:off x="7342663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9527D091-2237-4C7C-81F5-5C06F249D55D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AC4DC951-6B59-4528-9107-2D14D06AF633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94DFF73A-8C46-4166-9B02-1CE5EB95BC3B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DB84CE6A-CFB6-4D9D-AB0A-7F2D905BD56A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E13845E8-0CC6-47A2-A1AC-66A7717F61F2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98A3D269-0FF6-4D8A-8E60-972AB7D59B47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1AEB8DC3-C53E-43B6-B522-879FD5FA663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90A2688C-7D69-4D73-9466-4153C6DFE0F8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5152386-7F0C-4AEF-B8B2-C8FBD67CB136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CB6DEE27-F47A-45A8-9CE8-AF3757DDCB44}"/>
              </a:ext>
            </a:extLst>
          </p:cNvPr>
          <p:cNvSpPr>
            <a:spLocks noGrp="1"/>
          </p:cNvSpPr>
          <p:nvPr/>
        </p:nvSpPr>
        <p:spPr>
          <a:xfrm>
            <a:off x="700802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6177D993-48D3-4534-B99A-9EC6C126B12E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1C8F0B42-9880-4988-A04F-4FC578F01303}"/>
              </a:ext>
            </a:extLst>
          </p:cNvPr>
          <p:cNvSpPr>
            <a:spLocks noGrp="1"/>
          </p:cNvSpPr>
          <p:nvPr/>
        </p:nvSpPr>
        <p:spPr>
          <a:xfrm>
            <a:off x="73338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8A3A318-E404-466C-A35A-6C5F6F5E9BE2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9CAE8A67-726C-45D8-8B0C-F7FF7E62B510}"/>
              </a:ext>
            </a:extLst>
          </p:cNvPr>
          <p:cNvSpPr>
            <a:spLocks noGrp="1"/>
          </p:cNvSpPr>
          <p:nvPr/>
        </p:nvSpPr>
        <p:spPr>
          <a:xfrm>
            <a:off x="7175045" y="42963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58D4A5F6-4D11-448D-925F-DD9BA99169B4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081C8738-6117-4D56-B1AB-773CDFD1BE09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E5DE6124-AC2F-4953-BCF1-58AE9DE55772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1827B01D-8D2A-4E5A-B845-B4B9C4BF37CE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4FDC9B97-D32D-4D05-885C-5779040444D8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94779ED6-3AAB-4893-9D97-6E56663EB529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ED1E5C7B-8D89-42B2-8EC2-43310093122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8551EA2D-6B33-4F66-80DF-AE78C0A26A74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4131A119-DE57-4C3D-A8A7-50ABCEA847B7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1970F8E7-0B67-44D9-8A8A-3E997CDFBF5E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5B976126-63E9-4EB4-9292-9F7A4B40483A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4DC3C68F-8E90-4E37-B2FE-DCF7C70C75C0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1F14929-A0F0-4A6C-94E3-0778C656684C}"/>
              </a:ext>
            </a:extLst>
          </p:cNvPr>
          <p:cNvSpPr>
            <a:spLocks noGrp="1"/>
          </p:cNvSpPr>
          <p:nvPr/>
        </p:nvSpPr>
        <p:spPr>
          <a:xfrm>
            <a:off x="7201946" y="34174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CF035129-7C8B-4C75-B68C-4145C44109A9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E1F77C-C4C6-4061-9756-30ED03025E8D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D69E9CCD-9276-401A-A015-A9EB77FC032F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2E29BAF0-5B32-422B-AB5D-75E7DE648353}"/>
              </a:ext>
            </a:extLst>
          </p:cNvPr>
          <p:cNvSpPr>
            <a:spLocks noGrp="1"/>
          </p:cNvSpPr>
          <p:nvPr/>
        </p:nvSpPr>
        <p:spPr>
          <a:xfrm>
            <a:off x="6973078" y="39773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9CDE6314-F84A-49A2-8494-22FF4191A52E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DB262E30-939A-4B7A-8BDC-9EB8FA232E02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9A783F4A-1253-4544-8BA3-201400E22A78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067361CF-B6B8-403D-BE8F-57C31CE1DB96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1AF689B0-5D9A-49D4-ABBB-87DB9FE8CF1E}"/>
              </a:ext>
            </a:extLst>
          </p:cNvPr>
          <p:cNvSpPr>
            <a:spLocks noGrp="1"/>
          </p:cNvSpPr>
          <p:nvPr/>
        </p:nvSpPr>
        <p:spPr>
          <a:xfrm>
            <a:off x="7238688" y="44927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DA8FC674-9947-4D50-81B1-C162DD99C157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DD82E040-4AA8-4ABA-9E71-A6311E327DDF}"/>
              </a:ext>
            </a:extLst>
          </p:cNvPr>
          <p:cNvSpPr>
            <a:spLocks noGrp="1"/>
          </p:cNvSpPr>
          <p:nvPr/>
        </p:nvSpPr>
        <p:spPr>
          <a:xfrm>
            <a:off x="7224653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89CF3664-54D7-4C0C-A212-466155458276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4B3B6ED-DBB7-4B26-A621-4BF96952F7E0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CFF70E32-3C6B-4251-82B7-118C74317F5D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512ADAA-8681-4803-AD46-09DC1176116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3785974D-9E7F-4F0D-8613-9499F9B561CC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5A054523-173E-40E2-AF77-ABD180C7BBBB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014F14BE-948E-49D8-9FC7-09CD5DCE8FAC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1B429622-A614-4F36-AE05-8B4AE2735456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08F29B4C-C6CF-45F2-8006-56D14AA22F62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3B3752C3-C628-4DEA-8D65-7DE24EEE9B41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44A93767-E647-4166-A01F-1ECFAE99E930}"/>
              </a:ext>
            </a:extLst>
          </p:cNvPr>
          <p:cNvSpPr>
            <a:spLocks noGrp="1"/>
          </p:cNvSpPr>
          <p:nvPr/>
        </p:nvSpPr>
        <p:spPr>
          <a:xfrm>
            <a:off x="7230184" y="54637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88D55C53-5FEC-43DF-9886-AE9E3EBFACFC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C7CCA43D-8F3D-47E6-BD9E-14CAF7696725}"/>
              </a:ext>
            </a:extLst>
          </p:cNvPr>
          <p:cNvSpPr>
            <a:spLocks noGrp="1"/>
          </p:cNvSpPr>
          <p:nvPr/>
        </p:nvSpPr>
        <p:spPr>
          <a:xfrm>
            <a:off x="7035570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608B4B42-7114-4626-9397-EAB9E704D8C5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69437D7-017B-4AE1-B1B9-650BD79A8F57}"/>
              </a:ext>
            </a:extLst>
          </p:cNvPr>
          <p:cNvSpPr>
            <a:spLocks noGrp="1"/>
          </p:cNvSpPr>
          <p:nvPr/>
        </p:nvSpPr>
        <p:spPr>
          <a:xfrm>
            <a:off x="7086972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EF9B4565-904E-45DF-B522-B070C4ADF9A7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A573E2F2-465F-4233-BC90-1E325EA17CAA}"/>
              </a:ext>
            </a:extLst>
          </p:cNvPr>
          <p:cNvSpPr>
            <a:spLocks noGrp="1"/>
          </p:cNvSpPr>
          <p:nvPr/>
        </p:nvSpPr>
        <p:spPr>
          <a:xfrm>
            <a:off x="712097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8C2DA415-AAC2-4A1E-9BB0-ADF417FE13D2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9DC2AC96-BA86-448B-AE60-D9F8554CC8E0}"/>
              </a:ext>
            </a:extLst>
          </p:cNvPr>
          <p:cNvSpPr>
            <a:spLocks noGrp="1"/>
          </p:cNvSpPr>
          <p:nvPr/>
        </p:nvSpPr>
        <p:spPr>
          <a:xfrm>
            <a:off x="6981107" y="58343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9472BBFC-6A27-4FD5-80FE-E0171253520C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A7B647C1-3CFF-459F-BD77-35D5A5E9207F}"/>
              </a:ext>
            </a:extLst>
          </p:cNvPr>
          <p:cNvSpPr>
            <a:spLocks noGrp="1"/>
          </p:cNvSpPr>
          <p:nvPr/>
        </p:nvSpPr>
        <p:spPr>
          <a:xfrm>
            <a:off x="7043736" y="5378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33EEB924-D7D5-4CB7-BF1B-EEC876A8B2DF}"/>
              </a:ext>
            </a:extLst>
          </p:cNvPr>
          <p:cNvSpPr>
            <a:spLocks noGrp="1"/>
          </p:cNvSpPr>
          <p:nvPr/>
        </p:nvSpPr>
        <p:spPr>
          <a:xfrm>
            <a:off x="7028534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04A5E849-8D28-4E8E-8C48-C2E38BDDB255}"/>
              </a:ext>
            </a:extLst>
          </p:cNvPr>
          <p:cNvSpPr>
            <a:spLocks noGrp="1"/>
          </p:cNvSpPr>
          <p:nvPr/>
        </p:nvSpPr>
        <p:spPr>
          <a:xfrm>
            <a:off x="7334944" y="46092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BA9E2D9C-B07D-44FF-9EAF-E19A5813B625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FAD62B8D-D31B-4D38-BC2E-17300BD01D13}"/>
              </a:ext>
            </a:extLst>
          </p:cNvPr>
          <p:cNvSpPr>
            <a:spLocks noGrp="1"/>
          </p:cNvSpPr>
          <p:nvPr/>
        </p:nvSpPr>
        <p:spPr>
          <a:xfrm>
            <a:off x="7029251" y="27847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2E4E5C8A-F46F-4A02-9554-8F77716A28DE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83FA7B6C-1F9F-48A1-A811-3972123B1FE3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409DB3D7-81B4-4914-A5FD-8F71F8B0E2E8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D995B1FD-D719-48BD-A84F-ADFB51121B16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8BEE80A7-DFB9-4670-809E-98B9D7C1DD33}"/>
              </a:ext>
            </a:extLst>
          </p:cNvPr>
          <p:cNvSpPr>
            <a:spLocks noGrp="1"/>
          </p:cNvSpPr>
          <p:nvPr/>
        </p:nvSpPr>
        <p:spPr>
          <a:xfrm>
            <a:off x="6975752" y="427159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70031A37-EA64-4AC5-A94A-19C5A98F3030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2E45C420-F2D8-43F1-8E38-E6B418D626C6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710F8E03-7CC6-4484-958D-499CDD29A644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67ED77A8-3F99-41F5-9F88-2E51DA32ADA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55126B9F-A86D-4EC6-821A-DC6484E05360}"/>
              </a:ext>
            </a:extLst>
          </p:cNvPr>
          <p:cNvSpPr>
            <a:spLocks noGrp="1"/>
          </p:cNvSpPr>
          <p:nvPr/>
        </p:nvSpPr>
        <p:spPr>
          <a:xfrm>
            <a:off x="71892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9E363093-CBDD-4D62-8FA4-78F0D7A0881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509BDA44-C3E3-4724-82C5-FA78CB01FF14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B748DC54-11EE-4FBB-873A-DA763F774242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42946971-C411-4A86-BA4D-072833F5B27C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6738CB1F-70E3-475C-9946-666E55F24D69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C61AF5C8-674E-4AC5-8FCF-8FA8E8C8CC7D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8BA89C92-BA93-4335-A5F9-0E18771CA4A7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6536666A-7B01-4645-9095-CCCACCA95D04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E6517486-8134-4E9C-9F80-ED2EE2CEA495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E8FCBFB1-010A-48AC-B774-BDE82526460E}"/>
              </a:ext>
            </a:extLst>
          </p:cNvPr>
          <p:cNvSpPr>
            <a:spLocks noGrp="1"/>
          </p:cNvSpPr>
          <p:nvPr/>
        </p:nvSpPr>
        <p:spPr>
          <a:xfrm>
            <a:off x="7058164" y="41003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ED9301B4-F4DF-40F4-903F-CE466F1B4A1E}"/>
              </a:ext>
            </a:extLst>
          </p:cNvPr>
          <p:cNvSpPr>
            <a:spLocks noGrp="1"/>
          </p:cNvSpPr>
          <p:nvPr/>
        </p:nvSpPr>
        <p:spPr>
          <a:xfrm>
            <a:off x="7164086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A6F0FEEE-BFD3-40AB-B63D-9BECF6F01DF4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3B8DB9A4-AC1D-4216-A10E-7F72A1BAF12B}"/>
              </a:ext>
            </a:extLst>
          </p:cNvPr>
          <p:cNvSpPr>
            <a:spLocks noGrp="1"/>
          </p:cNvSpPr>
          <p:nvPr/>
        </p:nvSpPr>
        <p:spPr>
          <a:xfrm>
            <a:off x="7126033" y="56093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2FD3D889-FEB5-499A-9580-8673AD747081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314BFCF8-3613-4B33-8596-87B7F7EBB83A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CB3FE0F9-A554-40D8-BAFD-05B1DF93B5D0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CC88276C-B253-4610-A9F5-BF79855AC6BF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3FCC6671-4367-421F-9C5E-00EAB273AD70}"/>
              </a:ext>
            </a:extLst>
          </p:cNvPr>
          <p:cNvSpPr>
            <a:spLocks noGrp="1"/>
          </p:cNvSpPr>
          <p:nvPr/>
        </p:nvSpPr>
        <p:spPr>
          <a:xfrm>
            <a:off x="7246590" y="53301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738CE676-B4BB-4DEA-829B-7895C5CA361E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206901FE-3314-4A58-BF30-1B7EB6058DE1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2C96B345-CD73-4599-ADAE-29035342FEC7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261F2FD9-1210-4CDB-AA63-BF7101D78174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FB28AEDB-5FB7-4787-B52E-0C3182F86F40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1A486283-A3CE-4204-A290-242B9A8EEA5C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022DD0E8-DFC8-4E3F-9195-D83DF865767C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BA186636-47E5-4F37-ADA1-7EF772563135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0B23C19B-5104-40FA-AD3C-55FBBECD87FB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5B4C98F2-A83C-4DFF-B218-9B711832E8AB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5F1788D2-5841-4CE2-9DB4-AF2F0A69BD6B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18DFD90E-BE77-4BAB-98E0-FBCB51801152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B870457B-1F61-446B-A465-39FF8D543FE5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FC1E2178-2000-4834-BE7C-6FB7F7F959E0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C76D739B-EC59-48DC-A93B-A2CAC147B59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494BF150-DC2F-49C9-8EC9-9B53B41CCBBA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5FC51AB5-82B1-478E-B1B0-51C27E5D889A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F2A8FFA8-94A8-4720-88DD-CE42DF39FFEA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36BCAC5B-81C4-41C3-896A-85F9B9D07D51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7A0D4372-8DAF-4032-AA35-DF062DE522D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7E6D7A0C-35F6-4519-8DD5-FA18D063C87F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20A966A4-BA5E-4435-AF02-04C16A3375F9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BBE052BC-4645-435E-9CF8-4964E4897543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919982D8-F06C-4BD0-984A-1F275A6A9EB5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47666704-5AB6-48E9-94CD-D977C7AAC9B3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6013DF67-70F1-45C9-844F-3917B50D956A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4951691-44B2-4E64-B7E0-BAD01E4E366D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FCAC8C78-0055-44B6-A03B-B0333E866CCB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4977BDA-66E3-4683-89A1-FF61BEFA417E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B2E6D424-230D-4566-A79C-4E32C0A8BD12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2403F40C-70B1-4541-B306-0E1A284725F3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D1189A58-B03C-43C9-8114-C90C67679C3A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6788F43E-FC5D-4EFA-894C-1B96C928DCD9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7CBF288C-11AE-469A-AEBA-00D9C3A5915C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9812EBA5-5142-4BB0-A6EC-5408ECECB561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C9D668EA-E44F-469F-9ED7-4EC76714D1F9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BCA5A72E-117C-4428-9EF7-83AE4CAE03CB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CE3F5684-E21F-4961-91B2-2EA552793B07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0A003C64-B735-4A3F-A897-27B4D7269DDA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5882B381-2DA8-4BFD-8E80-D8A5AB6694E7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9341651A-627B-49E0-8252-750EC6F871D0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6BA0543C-A44B-4A1C-88AE-B71A99AB61F3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D75593DF-2F05-4A02-B92F-83BF0FDB6E8E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75136829-61D8-4787-96AB-AA6DACB629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18D4F481-C18C-4149-8C5F-BC80B69A1A25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5A8107A4-691C-4429-B734-30F9205EEC6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3BC72C44-DBFC-43F2-961D-79318C7FC4F2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EB351F67-3522-48ED-9236-D64DF5D15351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18261083-A9BC-4A88-843A-9ECF2DA1C023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A0F4B798-42A3-4E0C-BB15-B4C540C7D4E7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5442C991-8BBF-40A1-A331-3EB57903AAB5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21B56CB9-3E2D-4B99-A8D9-F3ED30339C9F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28B72457-18B6-4E9F-8DB4-D8366F6E6E0E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14EE2E-B7D9-4F7A-93FF-FCD6FF4AE765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8D15B59-D82C-423A-8D93-8214D3B0AE8D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4AADED0C-06EF-4432-8BB5-FA7913A57EF7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6BACE427-FC7E-4BCA-ABB0-07A1E74A5FCB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D2E1AA50-2208-4CD3-946A-48F9CFC6FDD3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62B1E56C-1694-4D08-8FC6-C024BB20C613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BBB9A3F2-BDC7-489E-B2B3-11668537C055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4C554C5E-C306-41C0-B85C-ABD824519F64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6AB2E46B-2F21-4114-81AE-4267436152DF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45DC7B2D-C007-4AAA-BFA1-239076EE4115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7535D6E6-0564-4A68-9C70-ED8A66CB0B4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E1B3C2D0-EF96-4E4A-8DCD-E0BB7DBF04E2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ABE776C6-1BF3-4743-B5D0-10ED85F90E57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330F9771-ED2F-499A-95BE-24A93A75C3D5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00087487-67A2-42AF-A2B9-70A969B7C971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D1702B5B-B0E7-4871-9A1B-D91D3716D0A4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564D667-BBDD-4551-BA37-05E62B023A03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B8A47116-5F75-4537-AE4E-A399DF23C7BD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8B74CDEC-E831-4316-B87D-37702AA6E28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319CC14-42B5-4FDB-90A5-7466C200805F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B47CE2C4-215A-4CEC-AC03-C443AC81C0F7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147704F3-BAB7-4E30-83BF-FE0510079499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5EEEF4EF-BB89-456E-9E09-CC839E419393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225A7CF3-3B9C-4BFD-88ED-396E928049F7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2C8BDF9-456C-40F0-A98F-D5D1D05F2C9B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7B386279-E27C-4114-8972-DA6D58957F0E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7F855399-B978-4C6D-A543-9184923CBF3E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9CBCF0FB-0413-41A9-9EBF-614D5446B2F8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FAAB8B4B-D9E5-42F8-ACBE-BB962E2B7202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1169F31-7C0B-4AEC-9959-7E276A9F4CB2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444420AA-76AE-4493-BADF-A0BBC0D34533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078BDE51-3BEE-4968-A388-56F7F350A2FD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5205F84B-9A98-441A-B210-E67E32559769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9F1335B7-816D-49A2-B82A-BED475E7608A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FEA0E814-8313-494E-9EAB-052AC9B07931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A303C6EB-605F-46D7-B453-494F00AC27DA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6B7A83A9-EB9B-44B6-84D7-5BF2DA29400B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E3D31788-E89D-43EC-A910-BD5BBBA1D44F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691417D2-092C-4F5B-8588-554282274C3F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07E92942-8BB5-4993-8239-204AF0991CEB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54BC640D-81F4-4BE2-976F-32FEEF3A3414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A46E99AC-8FBF-4072-87FB-6018D00A984D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804E7B50-20F1-45FF-AAA1-11CED21EF0CA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853EF4F1-DEC6-49B6-938D-802DCB2F95A6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513EA158-8346-48A7-A5F4-C739108CED6B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60A660A6-F3FE-40DC-8F34-7BD8CA1E2F96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52FFB004-97FB-4B3A-B33E-7F27F47B9538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51997F12-E73A-4EDF-B1C3-190527D319A7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7D9EA7C9-6D96-487B-923E-1B7E04272EFF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566FB223-4B81-424A-B7AD-2BA50C4F6E77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61D84AA6-9420-42C1-B825-F5AC52BFCAD7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5C3A5B06-BBF0-495F-AB3E-3D003CABF308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50A3D6BF-B7C9-4124-B69B-2E7395B6F96D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F15EF139-5748-40BE-83CC-9908D6F651E1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6AC39CEF-D275-4FC4-A25F-A5FF4CC108C0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57B79867-2E50-4FA4-8B66-ACFF572F8D6A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27FEC6AD-A11A-4462-9410-07318AB3EF92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F57EDC60-D1C4-4A11-9BFE-8EA33F4729CB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6BFA59D5-118B-46B3-B108-7CB3D38FBF62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E727844C-57C2-4DAF-84A0-45AB5767F6E9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411F1B1D-41DF-4C33-A44E-FC83563D1C08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E59D4EF8-679D-40CD-8833-C3C5CB19F4EE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C3FB8B3C-B544-4F0C-80E5-AB8F231C7417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A548AD15-238B-4167-B989-B77B4E52FC40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89B9C38F-8813-4F3F-86F5-DF10E3DBC5E5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B99A688F-F812-4A1C-9A75-2F1B9FE6E4AD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7F798A94-C109-4D87-B492-290BD25650B3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BA3668C0-46F1-477F-93B9-F923845AB4DC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8340C19E-BCD1-46B5-89BC-38E05FA69FA3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929E0D0-656A-4CB4-AD09-3CCAC8A4030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77B7B6F0-C8DB-48F7-8136-BB4FA6CCDB3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985821FF-741C-4A15-B90B-EBACAE15686B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0A1746EC-CD9F-415F-897F-29271CB0B4EA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9724837E-7F33-46F6-AD6B-ED2DEF098D3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11EA1280-A5BA-46A3-9890-818A8B0D7D2F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9BE09E39-BE56-46A4-B6A9-565F88049735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92164A2-6484-4BC7-A4BC-888034E0AB0D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BC23F4C1-37D2-438E-9E27-C91956C4690E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AA5AA8A5-CEE2-4080-97E9-B19D7AC714DE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339890F8-D843-4D2A-BE62-0F56B9F40CD7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790BCF1B-0CF5-4090-AAF6-6858F4E2967C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B9EAFB90-4CBA-4B50-9EC6-1240DEDE9DC1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E2914898-5C24-4E97-B3E2-083094FEF378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1179B666-6FD0-45F3-AA4B-1B4C4A6BDFA6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42AE7CAC-6210-43E1-A60C-BEEE142C53BE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CDDBDD55-3937-439D-B947-554A9BA8302B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3156E787-0C61-4F4C-A82F-D91B118DB92D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7D0A646A-B9EB-4438-A9A9-404926D7D8DB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428A9CDC-DAF3-401B-BEBC-EE8151816423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3ADAB346-BBE0-4DBA-AED2-2A29B83CD93C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4D10F6A5-35E0-4356-819D-CB60D4365D1E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74EE1D6B-F4A4-4F3F-A329-0A596190C75F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E76D9340-F126-4EE4-BCA4-723C0D8BEFAC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489E3ECA-AAAA-4E0A-9DD4-F135B92FCB76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CE998FF3-40D2-4C28-9042-9FC5BB89CA5D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F9CF1D4B-1CF8-485B-A8F6-B24C09DE9326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D0256E5A-A14B-46FB-A999-7BDA4EFC33F4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B864563E-CBAF-4B83-A594-5A8E367E0B38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8742B3E4-BA99-4450-AA9E-00A785DFC014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9518498B-ADCD-4686-9D37-70CE1DA321DA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4A48FC0F-45D2-4D9C-B300-771B945326C1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802D118D-CEB6-4C7A-B0A9-9FD389631543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11F3E312-5AE7-4DAD-85A1-C6BB120B614B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9C4EC7F1-5752-4BF5-9103-538EA3B7C1F8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1A5E5462-1A75-40C9-B24B-261D821F74C1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42673CB5-D32A-41F7-81EF-E8423634F12D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FECDE321-ED1A-4DCA-AF90-D65ACF2DC5EC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9F484781-B2A6-445A-8B3A-DFECA26DAAFA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013AD01B-F4F2-4A1B-9D9A-42F62C7EF5C0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03A34752-4B36-4990-A7AC-4F5ACBD4ECC3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07AC1DD7-007E-4A5D-B07B-55231B3C3E3B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F6DD9643-E7B0-4513-A320-5A7F6B2C2837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BB8DAFD7-4E26-4762-97DB-6207E299A793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E0876F7E-F380-4091-927C-00F8F8DAA6AB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66274ACA-8530-4299-9353-97CE8A04631E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2039E045-1A2F-42DC-A4F2-93AA2654A564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0A920D53-B137-44CB-8E16-480D31C92954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EA0B9D07-9346-4661-B9DE-7F3819F7756E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1AEB3AAE-74C0-440B-B0D3-E3387512EBF0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78B83717-13AF-416F-934F-037F6E3693F6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8CC6B217-EFBF-4968-BC10-141749C8D0E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F64F3A19-05B6-4495-BC06-85770ED1BE48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B8839BE2-494F-4AFF-8328-CC715229AD02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9A2767B-ED48-451F-888C-18E10744C5A9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D5C3818F-A618-46F5-8E69-9EF571821DA0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4FB68B96-4328-4F1E-8831-C4757D84235E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B158B485-4351-4047-8BFE-46BDFE29ED95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78E990F9-3CB2-4D35-8E33-BF344278F4D3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4C2A7B40-1329-4137-9D96-FF1B37748F5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3324077F-8D40-47C3-9FE6-6302B6A2C8DC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A25B7B17-ADE7-4CDC-8AE9-57AE3F406DF0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6407C600-7663-46BF-810E-67601149D9F6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2EB6B50B-0CAD-4472-A786-47F3C9A94E1E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E75F4D10-99CF-46FA-A1E2-7D461D30BE52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E764AAD0-0DE6-4667-B568-3ED78A98FA91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0CA4F315-C92E-4506-ACE1-AF70BE9457A2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E0727755-76AD-4C2D-9035-9DE788EED4C7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94B5FD7-6587-485A-A47C-181212A9257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EB92BACD-4044-4850-A947-E5E1B8FAECF0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2452A62C-1D1E-4DB7-A3F5-6D1AAFAA81F0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DF5A91C8-E9F6-41C1-8334-3BBE0124499D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AE91BAC6-79C2-4CDB-A62F-FE66D4B095B4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E49BDDB8-73F0-4D69-B085-C81AA5D551E6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510D8C6C-55BE-443B-A51E-A5866D5ADB0E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154CBE8A-6511-45FD-881D-E1C37EFE16AE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F4E0B21D-F775-402B-9123-42BC13E26DBC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6AD0C1EA-1E46-4DC0-BBB6-5FCEE9B56DE4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2BF9D6A7-8B2D-4058-B113-F9B488B84B7C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5731242A-D6CC-450F-9EC3-B971BA3218DC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C6CCF412-E308-4388-A42B-E9E95537B438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31150201-B6CA-4D7D-A926-D69DC43CB7DE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E93CD331-3F93-43C0-A889-CEA77E98DFDC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400534B6-BB7D-4353-B7C1-B54BA6702566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B54C1A7B-15E4-4189-A3CD-3D39084E01BF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01573E77-51A4-410E-9F66-4421D5E97D52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5797421C-CA92-4271-857A-E51446543E3D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4FC2D4EF-DEAD-4896-AAA5-7EE38BA622C0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E90F1151-5F42-4FF7-8DE8-788B34AD78B2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B1303365-D0B5-4C16-9ABD-6002E4E7F074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7F453F75-E013-4CD7-B3B0-1FC1D9E10A47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B92EEE6A-6F0F-4691-AB00-964D8F750F85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6E67F7F2-2360-4736-82A0-689D6CD49C7A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A208C88E-B0FC-42BC-9D78-69C737B2851A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D0BEA095-B248-4114-AC36-FA69114C3708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4AA77130-8A25-439B-B267-C2F799F0D2A9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F31E4282-8986-4E32-BB94-F2E8567ECAA0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2F7EC64B-FC2D-4325-9EBA-DCA20537BBD2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A82C504B-CDE5-4CCD-9B44-67BF3BB9C9AA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C4F6933E-6C5D-4850-BF3E-67FBE5EC42D9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99938569-1CC9-4406-9105-8082285C8B07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B0A0318C-4D3D-471D-8F5F-DB17730AFEFC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B96129FE-DD56-4CA8-A62D-4D36C1B3495F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433D2C49-DA9F-4101-BB78-DB4775BC0EF8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F02AC5D9-1204-4830-B8D2-ED2929F73C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2E8748BC-53E2-48E0-82F0-A820468391E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663A436C-5EBA-4595-9758-01F9052508BA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71E79312-E56B-4A4A-8739-6DC9AEA2DB02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419388EA-C006-410C-BEE7-D5427AC9517E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C4A189A-D35E-415D-B543-4F38E6C61941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95FF568C-D645-45B3-AC69-3978EFDB8D38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4C0020BC-D64F-40D9-8BD5-88610CF3EE73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C68237C0-441A-4BDF-9E22-4351C72EACDA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D8D25195-820D-452D-AA83-2D54A0E1BDA1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597B6D0D-8474-4B88-9210-AEC0DF924450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60B9F773-587F-4564-9C13-5136332C990A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0FF003C1-E931-407E-9664-5798041280F7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C76A5ABD-FFE6-4736-AA1E-C4F9681F0052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DE5F5774-A0CC-4637-ACED-9464118D20FF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9D60CB37-AD67-4620-BC6B-36E3B33B836C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84BDE100-059A-42DC-9F50-CF4AA3A62A60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7729CD41-8D29-4A7C-B6E1-F82338C7803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28C2F695-87E7-4017-9A1C-34B6A0166C1C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91FBB366-F029-4872-A0EB-49AA08D5D048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EE7DCB5C-8207-4DCD-B3CB-F739F71B13F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5C40FC2F-6738-4667-AC01-99A88627FA27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0269F38E-F0E0-4A70-AF62-9CD67A0267CA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54DA740D-D3E3-4DEC-9947-887EA81A5709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923FD20F-6867-4E50-B998-3D476DE0E1F0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993D978C-DE9E-4262-B025-48F021E2A3B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0E444F03-28E3-44A6-8CC3-699EADFB2E37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B9B2EEBE-473E-4FC3-B1B9-3C1AC2607C59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22050AAA-803D-4B23-8661-BFE28B68F85A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0ACF3075-2463-4A46-8DC3-CCB091C56711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24EC59B0-489C-4011-AC3A-77FD14B13B31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B445AE13-2FD0-4C43-9EC9-58042120985A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B6FFC1DC-7DF7-4F4F-8020-40E7144D04EA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3D417C76-8230-4E6D-9D67-392961B0BB3E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AC83472F-9CB4-4ABB-9244-F729F4FB985D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5A6D516B-2982-4E15-BE4F-495A58EB978F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3CD47428-FA31-4E35-BB10-74C77C69BEE8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77DDF292-CD07-4032-AC01-DBF6069D052F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8BE971CF-2719-49E5-9C1C-04FD4D3981E7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6A2CD6EC-B060-49E9-9FD9-505F10E33FDD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0A54E325-F039-4FD0-83E9-9E715865FBC9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148B87CF-AFF2-4C31-949A-0542E9105D48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47E49535-3CB8-49EA-B9A7-996BB66A227E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798B0BCA-E8A9-4649-99EC-173339D9553B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B41765D3-BE3A-411C-89BF-75E30E579900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7EEF09A0-6B9C-4481-AFA6-5A30A814E3B4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A872E518-5047-4D98-A7A6-E8B38ACC4DCE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59B34EB2-A87E-4348-B086-3509DAA5A1B7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004456B7-FE09-4A18-95AA-325F25226B57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37961934-95B0-47A1-9552-AA2B853574C4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5FA7205D-305A-4C16-9E6F-516F37D03989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3DF613D1-792E-46C2-A84B-2A85DB6D2C32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4399AA8-F9D1-4BE5-BA2E-96199EED13C3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EC6ABDEB-5E3A-4284-85A8-1971A52CE90C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6B6FD9FE-59D6-4E3E-AB9E-F76E982B1FF5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56AA22FE-CB54-4C7E-B886-A911DE988F95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3034AC20-BE0F-4F0E-A7AA-38B67260445D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9AA76193-94C5-42F6-852F-C8B8522280A2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AF72020F-E3E7-477D-9FF1-000E85D6D5D0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0245BE60-B81F-4735-9F50-E73C472DF988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05AB2940-CFC3-4652-8C77-CE9D5C326D73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7A8A8E70-E583-42E5-BFE5-FF88E85F4F79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3402C4AF-5699-47C2-8F9F-BE8590519F65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9AFB8827-D6ED-4AEA-9F08-9450EF2ABEAE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54C7DFFB-E947-490A-81B3-A350A34824C2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A282E606-7FE0-4514-BCFB-1018B5CFD64F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C0172286-0B50-40AD-A2EB-CE1DA6687089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E4DDC50C-6A91-4A52-9AD9-D85C99E41561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0C2D1A58-2BDF-469C-9E13-629AA5ABE719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FE45354E-855D-40BE-9CB1-27CD006915BA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0F52B471-51FF-4353-A7AE-12F1AB7617A9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21D647FE-46E3-4ED4-9B89-0FD3F96A06D2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6294D338-FBFE-4C1F-8C5F-026348808AD9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8B6FAE4-83E2-443F-BFC8-37D71A95ADA5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99268B9E-8027-4F01-9541-B58C715CB739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4975C57A-A43C-4CB1-AAC8-0AD0B6A23E93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53E6216C-1B86-41B5-932D-48ABD0BDFDED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F0E7693C-DFED-4D82-943D-87F714808CA5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40E1A675-259A-40C9-A640-A09A8C9841C7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CB8DC312-CD58-415E-BF23-FEAC95E7EDD3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6CFF5946-A1D5-4B32-8C95-7DAE91A33E80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746987A7-B1CC-4E7F-80EF-0B08AF9B2A7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7D7A206B-AE0E-45CF-8377-8672F90B95DE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176709DB-48EE-49C5-865D-650720A5D053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6FD84405-E396-4319-A07C-F3CD8C780E48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6DF9133F-EDFF-45DC-ADBC-C296C90D2CF8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ED11FE12-316A-4F3E-905A-06F1220B4122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1D25FCE2-40BE-4A24-B4D7-E28DAE6D3C29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3194EC80-CB6C-40A3-8061-CA4064C02722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A6EFFDC0-AB96-40A7-9EF4-BEF6E3D9075F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B0D463C6-09D9-42F1-A258-747665F183B3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1DEBCC76-5CF1-483F-91B7-838A85C7A115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1C2FD485-EF14-45AF-A5C8-94B798738876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33638B1E-6CBD-4F9F-AA3B-B3D5779D2059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898BAEA2-1972-495B-B3E2-33A2D81531DE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7D9A553D-7CD9-41A9-84E4-E659D014EBCF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DEC8B763-C1D2-44DC-BE64-EFE27B3B3E75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09E76FE9-9C5D-4872-AC8E-B071F6D758CB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79B5A758-D45A-473F-B5DA-8031D237250D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D62DF282-DA21-4095-865F-E4138BB9D039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0234ACA6-494A-463D-B7B4-FC65DCAE5274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2FE1E8C6-4300-40AB-B29B-C85A478EC121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BF30606E-D12C-421B-A073-80DFD2E4C2EB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4AE2DBAA-918F-444D-8E70-01793D62AB54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B62EE34-AFCD-45A0-A517-377969F3535C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7F28EACC-A7C3-4277-A7CF-E6AED43DC5C7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76DB4BBB-E126-4B78-B90E-41A06C1A4487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1671A860-5467-4CB7-A30A-D06DC6F40C5B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E20D2263-7967-4CAC-8F28-E13D01650266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6534939-60DD-4196-8368-11D6E16577A5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AC501D2C-194E-4966-987A-BAFDD1B47AC9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4A5F945D-6211-473D-8F57-DFBB0FA4CB6A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879D2036-9281-4D8E-AA1E-756AC88D552E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FED762AF-18FF-4A12-BF94-B2BD44C1E236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35269ADF-CDCD-4693-9806-62DF38D8F1AE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6186DBEE-6ECA-49CC-AA52-A945EB20B43E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4FC498DC-DBD9-4E0C-8830-554C986763FF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80C9A016-D2B7-4B60-B78F-091C7128F9C2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504D4D9E-EC65-470C-BB15-FE27E3BFA067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4323BD86-8E14-4892-A74A-4065B6B0C44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0769368D-745F-4322-94B3-13369D532072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A2567406-7273-4D41-82F8-4E0090D8ECD5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09B0D436-0172-4D97-B01E-827E406D7932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76EA80AF-3606-463E-9F9C-F525286E009E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9130E5C9-CACE-4BB5-B359-FEE1182DA5A0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E8F4DF2A-EB34-44FC-9510-14B5C30A415C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90BBB9D4-A454-43CD-B014-56F359CCCD3E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EFB7DF1C-2630-4D34-81B4-7FAA101D2C4E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0DEC5A03-43D4-4BE2-AD8F-D544D40BE3ED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4B32ECDD-9720-4F48-9AD1-8D0C70E91312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93AD2558-9AD8-47A1-9A01-4E2D2E44166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13BB0097-2D83-464D-AB59-A1B139B735F1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E78B3BB4-A237-4BAB-B7DB-4B6EAEFA17F0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CD0F49FC-5674-47B8-87F2-E3E29561B484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EF024B72-D2D7-48A2-811E-DA0F4FF97163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313996C8-02CF-4B49-80FF-7A6903CB9BAF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D28850F9-7D08-4050-B078-ACBD6D70E880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8246302-E882-40FE-8509-0D22BD45838B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DCEDFF4D-291A-45D3-9088-7BAD0FBE98A1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4064BFCC-9EB3-409B-A20E-2E65E575C097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91E298F-C216-4BC7-8D8A-99ADBB89EF95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08B8EA15-3C76-4808-9801-BCD248A341CD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F25B68C1-047D-4D86-AC18-1614AF0EA15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246DDBFF-F249-4122-9330-CD64D5223F34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82AEA296-5367-48A0-8C26-29F75DB514E8}"/>
              </a:ext>
            </a:extLst>
          </p:cNvPr>
          <p:cNvSpPr>
            <a:spLocks noGrp="1"/>
          </p:cNvSpPr>
          <p:nvPr/>
        </p:nvSpPr>
        <p:spPr>
          <a:xfrm>
            <a:off x="7851368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2DA0BC2B-1EE6-4756-B57F-A83E9929D6B8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E4F87B6A-9A13-47FD-9B06-4A6A6881A392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450438F2-673C-4281-B044-C37D2D6B9742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83DA139C-170A-41AC-86F4-E929C0103AB7}"/>
              </a:ext>
            </a:extLst>
          </p:cNvPr>
          <p:cNvSpPr>
            <a:spLocks noGrp="1"/>
          </p:cNvSpPr>
          <p:nvPr/>
        </p:nvSpPr>
        <p:spPr>
          <a:xfrm>
            <a:off x="77709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1D957183-D75A-4131-A40E-36ECF007F4A4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9FA8E6C1-EFE9-4407-B34D-03A83FE449D5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1B4CB86C-1509-42A3-BDAF-588AD72B7BAA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20E1018A-A632-4C87-97B4-5B092806DDF7}"/>
              </a:ext>
            </a:extLst>
          </p:cNvPr>
          <p:cNvSpPr>
            <a:spLocks noGrp="1"/>
          </p:cNvSpPr>
          <p:nvPr/>
        </p:nvSpPr>
        <p:spPr>
          <a:xfrm>
            <a:off x="759265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B9DB3D54-CA37-4F43-8677-A86F64D35E65}"/>
              </a:ext>
            </a:extLst>
          </p:cNvPr>
          <p:cNvSpPr>
            <a:spLocks noGrp="1"/>
          </p:cNvSpPr>
          <p:nvPr/>
        </p:nvSpPr>
        <p:spPr>
          <a:xfrm>
            <a:off x="7853372" y="39055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43B8F90E-02DD-4EBE-AC2D-4FB452F28021}"/>
              </a:ext>
            </a:extLst>
          </p:cNvPr>
          <p:cNvSpPr>
            <a:spLocks noGrp="1"/>
          </p:cNvSpPr>
          <p:nvPr/>
        </p:nvSpPr>
        <p:spPr>
          <a:xfrm>
            <a:off x="7847403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02E97F77-B2A9-4B43-B840-AFFFBBFF00F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7C3604EB-9202-402E-B6DB-080612DC6881}"/>
              </a:ext>
            </a:extLst>
          </p:cNvPr>
          <p:cNvSpPr>
            <a:spLocks noGrp="1"/>
          </p:cNvSpPr>
          <p:nvPr/>
        </p:nvSpPr>
        <p:spPr>
          <a:xfrm>
            <a:off x="78964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D533FBA7-3D54-4B46-8285-48765E3B4BB8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DD401FEC-F58A-491D-B715-0D7999C15C77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FEFD4656-BCD2-487E-AB0F-792280558629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53C5EFFB-0ADC-4F42-A358-D13934C27AFB}"/>
              </a:ext>
            </a:extLst>
          </p:cNvPr>
          <p:cNvSpPr>
            <a:spLocks noGrp="1"/>
          </p:cNvSpPr>
          <p:nvPr/>
        </p:nvSpPr>
        <p:spPr>
          <a:xfrm>
            <a:off x="7640030" y="58740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EFE9B22C-8F04-4F12-95EA-D175E4379055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64F4AA0-6EFB-47B0-9AD0-0AF28E7B3EDA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8034B136-56B7-4FD9-A18A-19C6E8FDC28C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59386BAE-69CA-4993-B484-074268CD79B6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B8120F7D-ACF1-44CA-9E13-F4035A47BD51}"/>
              </a:ext>
            </a:extLst>
          </p:cNvPr>
          <p:cNvSpPr>
            <a:spLocks noGrp="1"/>
          </p:cNvSpPr>
          <p:nvPr/>
        </p:nvSpPr>
        <p:spPr>
          <a:xfrm>
            <a:off x="7864240" y="5343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CC79CAD7-5324-46FC-9328-3F2B0824EFC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FDA3267B-6305-4BC1-AC7D-14595748B5AB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C50E4A06-9EAA-4A72-8225-8102E4E7D8B2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90DF18C0-1E21-4C8A-9FE5-8041711CD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829AB766-0510-48A6-A412-EC633072F402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A45D2B2A-13B1-481E-91B3-113638C603B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DC6E164F-7EC3-4C66-B814-51F65209D8B6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BF5CC4B7-64AB-43FD-AE1F-9E286FA10A0A}"/>
              </a:ext>
            </a:extLst>
          </p:cNvPr>
          <p:cNvSpPr>
            <a:spLocks noGrp="1"/>
          </p:cNvSpPr>
          <p:nvPr/>
        </p:nvSpPr>
        <p:spPr>
          <a:xfrm>
            <a:off x="7636003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77889386-5C96-41BA-9F76-65D052F836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579D4CA8-229E-4F25-BE33-A625609E42E8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4E661917-5167-4649-B60A-E6F9A98D9AF4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75AC0D59-B805-4317-B95C-74CAFB9914C1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125D9A9E-1503-43E4-8A01-AA31C6D0B550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B59686-832E-438D-9D6E-3E4069C0C53D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ABB483B5-2263-4765-A4D0-8F14EB075DF7}"/>
              </a:ext>
            </a:extLst>
          </p:cNvPr>
          <p:cNvSpPr>
            <a:spLocks noGrp="1"/>
          </p:cNvSpPr>
          <p:nvPr/>
        </p:nvSpPr>
        <p:spPr>
          <a:xfrm>
            <a:off x="789578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0202BF61-A2E6-463A-AF6B-D3D3B92AFA24}"/>
              </a:ext>
            </a:extLst>
          </p:cNvPr>
          <p:cNvSpPr>
            <a:spLocks noGrp="1"/>
          </p:cNvSpPr>
          <p:nvPr/>
        </p:nvSpPr>
        <p:spPr>
          <a:xfrm>
            <a:off x="775828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12C17CC6-35E1-41E3-9F89-400E052369ED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9E2B05AC-B8EA-406E-8486-9D7A757A7EF3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ADD1675D-CC02-456D-B8AB-6E89B374766C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9A620CFE-080F-48FE-A3DE-A52690DEABA7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F0E4187B-6C65-4F70-8C62-E4537E6F0E74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97F98049-C9E7-4116-89EE-7C3E31561A00}"/>
              </a:ext>
            </a:extLst>
          </p:cNvPr>
          <p:cNvSpPr>
            <a:spLocks noGrp="1"/>
          </p:cNvSpPr>
          <p:nvPr/>
        </p:nvSpPr>
        <p:spPr>
          <a:xfrm>
            <a:off x="7636493" y="53349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2F4DA157-A462-42FD-80FF-C0E1B94F1EA5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8A8A29EB-4CC6-4F70-AED6-1884BCFA3076}"/>
              </a:ext>
            </a:extLst>
          </p:cNvPr>
          <p:cNvSpPr>
            <a:spLocks noGrp="1"/>
          </p:cNvSpPr>
          <p:nvPr/>
        </p:nvSpPr>
        <p:spPr>
          <a:xfrm>
            <a:off x="7587094" y="57223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D1F705F8-C286-4FFB-9145-0A812B0AF614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92F4CFD4-2DBE-4310-BF58-7E4A416FA8CA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E3D87DFC-090C-4AE4-9103-6339EBCE82EE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34250232-CF49-4318-874E-F32674A93056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34344BF0-EF4D-4389-A874-7C1551AC03AF}"/>
              </a:ext>
            </a:extLst>
          </p:cNvPr>
          <p:cNvSpPr>
            <a:spLocks noGrp="1"/>
          </p:cNvSpPr>
          <p:nvPr/>
        </p:nvSpPr>
        <p:spPr>
          <a:xfrm>
            <a:off x="7623407" y="4942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1D344E74-6EBA-4A4D-827C-D6D35F2AE219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F611666A-C156-43F2-86E0-068997A61C81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5034424C-6823-4064-8784-C2A7C4FC11FB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BC62D396-4048-4DCF-A19D-10F0B90A5816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5F54A793-22C3-4E57-97BB-FA9A69F39F9F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7CC1391C-29E7-4FBD-910B-5006EA0274A1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70CFCA7B-68EB-41CF-86CB-B4A03EC6B884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47BBCB9-D6E5-4F3E-A5E9-EDC3FE231A40}"/>
              </a:ext>
            </a:extLst>
          </p:cNvPr>
          <p:cNvSpPr>
            <a:spLocks noGrp="1"/>
          </p:cNvSpPr>
          <p:nvPr/>
        </p:nvSpPr>
        <p:spPr>
          <a:xfrm>
            <a:off x="7896547" y="35917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F749512-2512-4A5D-8B20-C4E60C0754D3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988D1DAF-DA4F-4A1D-9E78-E2953E19EC9F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DF9CDCA0-9EC9-4322-B40C-04621AD8C848}"/>
              </a:ext>
            </a:extLst>
          </p:cNvPr>
          <p:cNvSpPr>
            <a:spLocks noGrp="1"/>
          </p:cNvSpPr>
          <p:nvPr/>
        </p:nvSpPr>
        <p:spPr>
          <a:xfrm>
            <a:off x="7870651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09BA24F1-5A0C-4DD2-8191-1E9A82CC72D8}"/>
              </a:ext>
            </a:extLst>
          </p:cNvPr>
          <p:cNvSpPr>
            <a:spLocks noGrp="1"/>
          </p:cNvSpPr>
          <p:nvPr/>
        </p:nvSpPr>
        <p:spPr>
          <a:xfrm>
            <a:off x="773054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6569CEB5-63F8-4A76-975B-A123338F44CD}"/>
              </a:ext>
            </a:extLst>
          </p:cNvPr>
          <p:cNvSpPr>
            <a:spLocks noGrp="1"/>
          </p:cNvSpPr>
          <p:nvPr/>
        </p:nvSpPr>
        <p:spPr>
          <a:xfrm>
            <a:off x="780001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44029941-BDED-4EDC-9D84-6694925CE90B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24D80CE6-E0A4-4F05-B5DC-44EC382A1501}"/>
              </a:ext>
            </a:extLst>
          </p:cNvPr>
          <p:cNvSpPr>
            <a:spLocks noGrp="1"/>
          </p:cNvSpPr>
          <p:nvPr/>
        </p:nvSpPr>
        <p:spPr>
          <a:xfrm>
            <a:off x="7888001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250184A5-5BB2-4AA5-89DE-516A68C40B2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19976541-D222-4391-B92C-03F5F594C496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735EC27B-EBF5-454B-A494-1108DE99A84E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05921894-7CAF-4AF6-9825-D7FEF34D22D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F00CE8E1-AFB1-4D03-9CE0-3CDB8AE427E7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CF2BC389-393C-45FF-974E-9ED0A199F921}"/>
              </a:ext>
            </a:extLst>
          </p:cNvPr>
          <p:cNvSpPr>
            <a:spLocks noGrp="1"/>
          </p:cNvSpPr>
          <p:nvPr/>
        </p:nvSpPr>
        <p:spPr>
          <a:xfrm>
            <a:off x="7726386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C45B921C-1159-419E-AEBB-4488B196814D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B27649BC-BCBD-418E-A85C-599DA3F9DCD6}"/>
              </a:ext>
            </a:extLst>
          </p:cNvPr>
          <p:cNvSpPr>
            <a:spLocks noGrp="1"/>
          </p:cNvSpPr>
          <p:nvPr/>
        </p:nvSpPr>
        <p:spPr>
          <a:xfrm>
            <a:off x="7534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024FBAC1-973A-4F31-A433-7E1A686C53E2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EA5A4DC3-B5A9-4459-96BE-00AA882D2674}"/>
              </a:ext>
            </a:extLst>
          </p:cNvPr>
          <p:cNvSpPr>
            <a:spLocks noGrp="1"/>
          </p:cNvSpPr>
          <p:nvPr/>
        </p:nvSpPr>
        <p:spPr>
          <a:xfrm>
            <a:off x="7668573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CFF77503-B4AA-4F7F-9392-AD32530C082F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36B398BB-8F80-49E2-AD9E-AC0F861F9A13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9A9E4314-6747-4A5B-9AE2-3E6D3D0DF2B8}"/>
              </a:ext>
            </a:extLst>
          </p:cNvPr>
          <p:cNvSpPr>
            <a:spLocks noGrp="1"/>
          </p:cNvSpPr>
          <p:nvPr/>
        </p:nvSpPr>
        <p:spPr>
          <a:xfrm>
            <a:off x="7843240" y="51427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7B209206-5940-44C0-B98C-26E1523D2147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2FA4A19-39CD-439A-AF8D-08A0471EDAB4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05EF81D7-32C2-4EE1-81B3-5F672A64DEBA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E204B29D-A681-48E9-A791-B89ACCD3BFEF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F9E5187E-4344-4774-913D-20BACAFE8902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75FDCEB7-8B9B-40AA-8F55-EAA870A74214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BEFA46F7-1DD3-47D5-81FE-84D6A7989CE2}"/>
              </a:ext>
            </a:extLst>
          </p:cNvPr>
          <p:cNvSpPr>
            <a:spLocks noGrp="1"/>
          </p:cNvSpPr>
          <p:nvPr/>
        </p:nvSpPr>
        <p:spPr>
          <a:xfrm>
            <a:off x="7549451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04A72874-998D-4EE7-BDB4-12BF1118B7B2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E8A8148E-8319-4FF8-B9DB-5A106AED7513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65E6BE78-AC0F-4976-BF6A-8FEF88E5BA30}"/>
              </a:ext>
            </a:extLst>
          </p:cNvPr>
          <p:cNvSpPr>
            <a:spLocks noGrp="1"/>
          </p:cNvSpPr>
          <p:nvPr/>
        </p:nvSpPr>
        <p:spPr>
          <a:xfrm>
            <a:off x="7604909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5D10307F-8CDA-49D7-AC09-AB54BE983433}"/>
              </a:ext>
            </a:extLst>
          </p:cNvPr>
          <p:cNvSpPr>
            <a:spLocks noGrp="1"/>
          </p:cNvSpPr>
          <p:nvPr/>
        </p:nvSpPr>
        <p:spPr>
          <a:xfrm>
            <a:off x="7763569" y="47502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E4EF6D7B-89B7-415B-9CDB-CCA4F651C2EA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733CA96D-CCF0-4682-A099-06F2B69580CB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AABEF192-C457-4521-A93E-05E38ABF3B96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D127206-56EE-4D2C-B045-BD4DFB9868FB}"/>
              </a:ext>
            </a:extLst>
          </p:cNvPr>
          <p:cNvSpPr>
            <a:spLocks noGrp="1"/>
          </p:cNvSpPr>
          <p:nvPr/>
        </p:nvSpPr>
        <p:spPr>
          <a:xfrm>
            <a:off x="758454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413EB78C-401B-4E52-885B-28F077D3A876}"/>
              </a:ext>
            </a:extLst>
          </p:cNvPr>
          <p:cNvSpPr>
            <a:spLocks noGrp="1"/>
          </p:cNvSpPr>
          <p:nvPr/>
        </p:nvSpPr>
        <p:spPr>
          <a:xfrm>
            <a:off x="7706614" y="59804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2160DE21-784C-4E9E-83EC-AE2C104DAA5A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38C13772-03D1-4087-A9D6-FF9021E096FE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4CCBEB6F-C3F1-4F83-974D-0B77D4D2598E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C51FBB35-D52A-497D-B834-0A615DB4422E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A4EA28-281D-43B6-8589-30F185C0B96A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A8A64E59-C99E-4B74-9CD2-5DA0BC4AF273}"/>
              </a:ext>
            </a:extLst>
          </p:cNvPr>
          <p:cNvSpPr>
            <a:spLocks noGrp="1"/>
          </p:cNvSpPr>
          <p:nvPr/>
        </p:nvSpPr>
        <p:spPr>
          <a:xfrm>
            <a:off x="7590543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CC0334CD-09F7-4AB5-90A7-C6203AD8DE89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D905D011-7614-4C93-9C74-28E81A1230E4}"/>
              </a:ext>
            </a:extLst>
          </p:cNvPr>
          <p:cNvSpPr>
            <a:spLocks noGrp="1"/>
          </p:cNvSpPr>
          <p:nvPr/>
        </p:nvSpPr>
        <p:spPr>
          <a:xfrm>
            <a:off x="7711020" y="36021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CB8C8B6D-9D77-4575-B8EA-DDA56A2DC01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AFD1C71B-9122-4D5C-A961-0EE1280D3361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43BB4D3F-B83D-42AC-A91C-85C07DEA1859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BB90F10B-F114-4F5E-958D-8AA20297EDBF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5940AB11-2C75-4CB0-8485-E8E11EA10F36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AC09E543-BF06-4BFA-8CB7-2A0FA805C8A2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0D56AC3B-9149-41FD-87A4-589C7D59A828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F873E5AD-DA1B-4BD9-82C5-6D5EDFBDE5D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4DAB4DDB-28E8-4296-AAE0-6B4B2FFC7BDC}"/>
              </a:ext>
            </a:extLst>
          </p:cNvPr>
          <p:cNvSpPr>
            <a:spLocks noGrp="1"/>
          </p:cNvSpPr>
          <p:nvPr/>
        </p:nvSpPr>
        <p:spPr>
          <a:xfrm>
            <a:off x="7737186" y="4507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01106147-7CD6-4C83-B1E0-1AAF09AD75DB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C058F901-77AB-4672-B0C8-45537F060122}"/>
              </a:ext>
            </a:extLst>
          </p:cNvPr>
          <p:cNvSpPr>
            <a:spLocks noGrp="1"/>
          </p:cNvSpPr>
          <p:nvPr/>
        </p:nvSpPr>
        <p:spPr>
          <a:xfrm>
            <a:off x="7593660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42EBB962-C836-452C-B3BE-2F79CB13AC78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A1DA021B-9913-4504-AFB6-9A50C9C76245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91D78E00-8810-4575-AC87-0B56E22E6CC5}"/>
              </a:ext>
            </a:extLst>
          </p:cNvPr>
          <p:cNvSpPr>
            <a:spLocks noGrp="1"/>
          </p:cNvSpPr>
          <p:nvPr/>
        </p:nvSpPr>
        <p:spPr>
          <a:xfrm>
            <a:off x="7762044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B79D1DCE-7E14-44E7-B136-7752D7DE23B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0AD6E875-92BF-4045-9C9E-D6EAB00C9DCB}"/>
              </a:ext>
            </a:extLst>
          </p:cNvPr>
          <p:cNvSpPr>
            <a:spLocks noGrp="1"/>
          </p:cNvSpPr>
          <p:nvPr/>
        </p:nvSpPr>
        <p:spPr>
          <a:xfrm>
            <a:off x="76933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EC5E6CFF-B36D-4D72-A143-4740E4DCDA72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9C74A9CA-0235-417B-838F-FCABF8D84516}"/>
              </a:ext>
            </a:extLst>
          </p:cNvPr>
          <p:cNvSpPr>
            <a:spLocks noGrp="1"/>
          </p:cNvSpPr>
          <p:nvPr/>
        </p:nvSpPr>
        <p:spPr>
          <a:xfrm>
            <a:off x="777505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69478580-BC91-4772-B09D-420DAA12C0F8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FB7DFAA2-2C41-4ABE-AEB8-748C6B4C4B48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9AB049A4-2C85-4F33-AF9B-9F42F9250E0D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6E61CB6A-0E61-4708-8474-9F27FD326806}"/>
              </a:ext>
            </a:extLst>
          </p:cNvPr>
          <p:cNvSpPr>
            <a:spLocks noGrp="1"/>
          </p:cNvSpPr>
          <p:nvPr/>
        </p:nvSpPr>
        <p:spPr>
          <a:xfrm>
            <a:off x="7744825" y="54419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EC5E162A-860C-4E68-B315-5902DDFE6EDE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0644129C-E582-445B-8C04-B3979096C8A8}"/>
              </a:ext>
            </a:extLst>
          </p:cNvPr>
          <p:cNvSpPr>
            <a:spLocks noGrp="1"/>
          </p:cNvSpPr>
          <p:nvPr/>
        </p:nvSpPr>
        <p:spPr>
          <a:xfrm>
            <a:off x="7688765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420B6EA0-51E9-47A3-B3AF-C8FE5A6E5C4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EE1D2500-FA3C-48C5-94C2-6C447701C67C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E5AA0446-749D-472E-B5C5-40222451FC63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1514AC-B286-4C57-83A4-67EA76F371BD}"/>
              </a:ext>
            </a:extLst>
          </p:cNvPr>
          <p:cNvSpPr>
            <a:spLocks noGrp="1"/>
          </p:cNvSpPr>
          <p:nvPr/>
        </p:nvSpPr>
        <p:spPr>
          <a:xfrm>
            <a:off x="78092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A32FC31E-14C4-49E5-A760-3098CDA72473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6300B38E-64D3-423C-9FF3-FCCC1666BA7A}"/>
              </a:ext>
            </a:extLst>
          </p:cNvPr>
          <p:cNvSpPr>
            <a:spLocks noGrp="1"/>
          </p:cNvSpPr>
          <p:nvPr/>
        </p:nvSpPr>
        <p:spPr>
          <a:xfrm>
            <a:off x="7560668" y="5735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DF8F402E-1F43-4FE5-BF2F-B198ACF6962F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314A8FA8-E503-45E0-B68C-0AF46521FD34}"/>
              </a:ext>
            </a:extLst>
          </p:cNvPr>
          <p:cNvSpPr>
            <a:spLocks noGrp="1"/>
          </p:cNvSpPr>
          <p:nvPr/>
        </p:nvSpPr>
        <p:spPr>
          <a:xfrm>
            <a:off x="7676783" y="5160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1BA4CEA0-3331-49D4-8E81-1F220FED288F}"/>
              </a:ext>
            </a:extLst>
          </p:cNvPr>
          <p:cNvSpPr>
            <a:spLocks noGrp="1"/>
          </p:cNvSpPr>
          <p:nvPr/>
        </p:nvSpPr>
        <p:spPr>
          <a:xfrm>
            <a:off x="7618469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F43359AC-BFF5-47E2-9CF2-B9F01674E3B7}"/>
              </a:ext>
            </a:extLst>
          </p:cNvPr>
          <p:cNvSpPr>
            <a:spLocks noGrp="1"/>
          </p:cNvSpPr>
          <p:nvPr/>
        </p:nvSpPr>
        <p:spPr>
          <a:xfrm>
            <a:off x="7635603" y="39665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C9173644-0D6A-4488-B7DE-3E2CC86BD609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F9BECA6F-B909-48D0-8337-3EB074C19936}"/>
              </a:ext>
            </a:extLst>
          </p:cNvPr>
          <p:cNvSpPr>
            <a:spLocks noGrp="1"/>
          </p:cNvSpPr>
          <p:nvPr/>
        </p:nvSpPr>
        <p:spPr>
          <a:xfrm>
            <a:off x="7727387" y="3773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E06B776D-47C0-40D2-B1F8-56E889679950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F8D14348-E30B-4432-BA52-6F31675CB0C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AC02E62C-CA32-4831-B107-03CFB4DA71C8}"/>
              </a:ext>
            </a:extLst>
          </p:cNvPr>
          <p:cNvSpPr>
            <a:spLocks noGrp="1"/>
          </p:cNvSpPr>
          <p:nvPr/>
        </p:nvSpPr>
        <p:spPr>
          <a:xfrm>
            <a:off x="78970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EAD41C12-4E9E-4B9B-95B5-75866799BFDD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7B834FE6-6C36-40C3-AFB5-A7E970A92751}"/>
              </a:ext>
            </a:extLst>
          </p:cNvPr>
          <p:cNvSpPr>
            <a:spLocks noGrp="1"/>
          </p:cNvSpPr>
          <p:nvPr/>
        </p:nvSpPr>
        <p:spPr>
          <a:xfrm>
            <a:off x="7660202" y="48318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BCFD897E-3F3F-4AC8-BFFD-ECF6729C6FB8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B742070B-8E49-4DF8-9B86-D357753B9D5E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F3CBBCEA-ABEE-492C-9F66-9E410AEB1CE6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FAE8D753-943B-4DB5-B038-A01E34EE02B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2E576220-ACCA-4913-812A-E54A25F9ABEF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338D5A71-E5DB-4183-9F71-F4BEAB13BA11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6DDEB773-A1C7-41D9-8FB9-EC91F109055F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F00B9122-0C9B-477A-A3CE-3B0DDB8FEDCE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1A9A84C4-20A0-40F7-8716-236B95A8B10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74B5E84A-115D-4127-B16D-FE97294BB745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4ADBE43C-5DF2-47E8-B7AA-235EAC14A27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794C7414-726B-4D4E-AA7B-53748DA2F2B7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3FC02F79-BDF5-48EF-87BD-0D9810C2594E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462A176A-859C-4DD4-B0D3-30E6C657634B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86C693D5-456F-41B7-85DB-396028B75725}"/>
              </a:ext>
            </a:extLst>
          </p:cNvPr>
          <p:cNvSpPr>
            <a:spLocks noGrp="1"/>
          </p:cNvSpPr>
          <p:nvPr/>
        </p:nvSpPr>
        <p:spPr>
          <a:xfrm>
            <a:off x="7766730" y="45750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4D80C3EE-EC07-4CCE-9E20-7AFF757C66E6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CE6FCDC2-4DE0-44FA-9473-B42EF42E7148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034BADC0-E386-490B-898A-91A4634001A5}"/>
              </a:ext>
            </a:extLst>
          </p:cNvPr>
          <p:cNvSpPr>
            <a:spLocks noGrp="1"/>
          </p:cNvSpPr>
          <p:nvPr/>
        </p:nvSpPr>
        <p:spPr>
          <a:xfrm>
            <a:off x="7718134" y="5586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14CAEA47-C0DB-4D53-A9A9-F47EAA5F7F71}"/>
              </a:ext>
            </a:extLst>
          </p:cNvPr>
          <p:cNvSpPr>
            <a:spLocks noGrp="1"/>
          </p:cNvSpPr>
          <p:nvPr/>
        </p:nvSpPr>
        <p:spPr>
          <a:xfrm>
            <a:off x="7659248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7643ADA0-5468-452A-BB5D-5EF4526DE7DC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7DC1E212-7C62-4C1C-B895-35D778A170FD}"/>
              </a:ext>
            </a:extLst>
          </p:cNvPr>
          <p:cNvSpPr>
            <a:spLocks noGrp="1"/>
          </p:cNvSpPr>
          <p:nvPr/>
        </p:nvSpPr>
        <p:spPr>
          <a:xfrm>
            <a:off x="756667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2BF87FAC-A3A8-430C-A880-2C6BFB3C7875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686594C1-15DA-4B4D-B2B9-F0FAB5D6FE72}"/>
              </a:ext>
            </a:extLst>
          </p:cNvPr>
          <p:cNvSpPr>
            <a:spLocks noGrp="1"/>
          </p:cNvSpPr>
          <p:nvPr/>
        </p:nvSpPr>
        <p:spPr>
          <a:xfrm>
            <a:off x="7802205" y="5322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9504381C-811A-4343-A998-B76075C5D147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4EBB1F3E-69D1-4935-AFCA-BE091FD10976}"/>
              </a:ext>
            </a:extLst>
          </p:cNvPr>
          <p:cNvSpPr>
            <a:spLocks noGrp="1"/>
          </p:cNvSpPr>
          <p:nvPr/>
        </p:nvSpPr>
        <p:spPr>
          <a:xfrm>
            <a:off x="7579633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906CF843-0655-43E2-AE75-60EE30BBF592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59C238A4-F9AD-4690-9AFA-07BD9BA245F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96D59CE1-B3BA-41B3-83C7-14C4C9C61D0E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EFD0C440-F49B-477E-9ACF-90FAFE9A8EE9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19900F95-5323-4C5E-B34D-ED6C13E6DCA9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A006B61B-9316-4ACC-B69B-72490618B344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DA2FDEFF-5F36-4B37-BDE0-5F2B37D6B6AA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39EC7E7-D7EB-4170-8DBC-C91CEAC9DA07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16060B77-AD47-4933-8FCE-EF307E0E48ED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70BBA90E-B17A-4E3F-9C0E-985BFDFA9454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D969BB39-92E3-450F-9F1B-6D5F5BA5A0C7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DA6085E8-FA2C-4894-897E-CEBC32E8A6F8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3E35873D-B3BC-44C3-B017-D0A866F58A1D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CAEEB4D1-5914-436B-8DD1-BE99092F1D2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7AECE0FA-1A0B-46A5-A55A-059F7DD69546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F1BBDCEF-4327-462F-B4A8-ED4CF7AE129D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2A34256B-7BD7-43E3-86FD-7C6389EE6AA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2836866F-8858-4463-B52A-2629C87EB046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388D07FE-F527-4C38-A367-05CECA025BCA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01294817-499D-4F43-98A0-603F8FE0F0D8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20AA53E-F0D1-4E93-A8B2-6186E94ACC7E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0EDCA667-F5AC-463C-83BF-6A54432481D9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C2C7E331-6754-4161-80F4-89B5966F9B68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9FD8CAB9-AEBE-47BC-823C-C72E9DF08BD9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3836E536-1F57-4769-9DD9-88D40BB8DB2B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39217AB9-EF9A-4181-A1B2-8CC72C92D9EA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04C6BD16-B376-4EA3-AF12-A8A0704CE477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125E9CC2-0F5A-405A-8635-2D2CD1275267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68AFC90D-23BF-43C6-A0A6-8DAD22337393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E9F88F52-7FD3-4327-8A9D-ED0DB7CC0E4A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1AE33099-5C24-4523-8877-CE266E54E205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595E298A-1847-4457-8F14-1D5A81194DE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7D645AFE-2066-402B-BB28-24C21653E5FC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39FDA983-6503-440E-BD80-374808492575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38AE9BE5-1BAE-4F65-A1FE-79FD30BA3CE3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49EB25FF-EB97-41F1-84E3-183CF0EE82AC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EBB54ADE-B38E-40E7-AC2C-5E41476BF047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FAA4B45A-8423-4A1D-8863-8319BDF78CE8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043FB0D3-D549-4036-81D7-CB55AE2C0A93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B90EA36-91E2-43EB-821F-E24A16FE9492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1051AA71-B8C9-4731-B709-7C68D413BDE3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889B789D-1932-4FBD-B0F5-F890713D3FBB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1F3E2434-0897-4BCE-BF27-C90309724D93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1782318F-A521-4D04-A3A8-28E79D21A8D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41946F67-7B0A-4FF6-8680-5C56D3AF4FE7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42BD41D-D72E-4C6C-9D3C-44588A7FC20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E09ABEA3-75CA-44CC-A636-32815B472913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F593DDF8-8061-4563-B209-2AA5DED9FEA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7D0E1C0D-A978-46EC-9611-6C931B475F91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9601E8B6-B8EB-4C38-A13C-A71E513CECCE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EDC9149F-FBE2-49A9-8D17-C3E7B58B7F14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4E760DA4-C574-49BE-AA34-1390F83E4066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357B032B-5219-456F-9882-8A8AEC8935DA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060AC321-5A56-4BB3-AFB3-700EED05CB2A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DFA93D13-8523-4107-9992-BB848BE2CED3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4151F6B2-6706-406B-B410-0C3103991369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D6AF4BB4-4BF9-42EA-8FC8-E3FDF2F1B378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E9F9A608-38FD-43F1-B9C1-C75D2A40459D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8DC553D1-04E2-4154-9E62-8FD4CF2339FE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CB104B56-6121-42A4-9475-6AC2D93427C3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1F3BB97B-D91F-4DA1-A374-9C284449EBBE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568CA47D-FA94-45A8-BEBB-808CDC60D014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EDB64374-DE2B-4F4B-851D-D218AFEE5DFF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4B388543-7D2E-4E5D-94FE-6B155A28D68D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AFF798C0-DD46-4377-A454-1740EE3EE604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B792E89-AE69-4E61-822C-F8E260A7BA3E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51707372-6439-41A4-8395-2FE6E7E7054D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5080CFBD-7C06-41DA-94B5-084DFFDB81E1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83299C58-D808-475F-A6A9-95FF44C73765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D2C1F86B-7B7A-4BC4-8481-10838FCD95A1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417E04C1-BCD6-462D-BFB2-62FFBC58C8E4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5D3BD5CD-9361-4FC1-8CE1-B695DF9C382E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A04FEB08-D1D6-47B2-9654-9C3062E54EB5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E960ED20-B300-4204-9444-80347B9B8999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BC94054E-8BB3-47AF-B20A-90CF740C4FAC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BE23C47E-E069-4061-8C52-6F2268ABEA7E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4C40AC09-95C6-4622-AF8D-0E9E3897D775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D8434C15-EA94-468B-89B4-B4EEC7E2D25C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93FA7C48-CACE-4C06-A29F-F120F22F852F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A07CF5B1-A88F-4266-9D7C-E08828F75E88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2F45F0CF-6E22-4606-B24F-8A7B3179221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CB023B15-8CAB-4005-9345-56ECFAACFAB8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634DCFC4-0530-40BF-801F-541B11A58ED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BD7F796E-8124-4AF7-9420-C7EF4DCC3771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453F1B12-DBFA-49CE-8032-95AB5F602D89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A886651D-4301-4A84-B84E-5FE1D3A41FC7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D26C2481-DB64-4528-91CE-A249D190F495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2BF31DD1-2676-468A-AFAB-83A4883D2F47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FCD11905-4B9E-4255-8636-313B834F528D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D617FDC5-A074-4A8C-9E87-632C17CEEA1E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0A018F10-17F5-43E5-89BB-3975B1F19438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9D3BD0B-C4F2-491F-81B6-B69C8F4A1F0D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FF37C704-2C3B-4DEC-B8EF-427718754E8B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5936C38F-9C66-4BE0-826F-F52DE66B5517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6CFF30D3-42CD-40C0-8776-85923A8279C2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C6ADE17B-4898-4B1F-A7D7-909C37314ACF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CFAA76E5-B556-45F3-BA77-F2E20C850501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7C1A58FC-389D-4EF7-A3E2-548B2E65765E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A5D3D6E9-0F6B-4DAB-8A35-CDE7D5D6A2A3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4E58C51C-5750-49C8-85D5-74B0B118D8C4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196B7A22-5775-4961-BA0C-B53CCBA164F3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A6C39F3D-C860-46E3-A609-B164793A838B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6A2E6DC5-4984-4916-A07F-6015A25F264D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417EFF2A-AE5C-4971-A57B-0DBFA4FB1E6E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86A7FDD5-B68A-4B74-8716-8E27069F35C7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132E518A-37CF-4F21-8013-EC524AB8A60C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913A7A0A-8605-4FFA-93B6-6E57C2E2B445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4626DC21-A3B0-47DF-AE83-5061BDD247B4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EC1920B2-90EC-4947-A0A5-65EB23226F1E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C407E8EA-B5E4-40A4-980B-BF60403EDC4D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9F4E81A7-F2D1-45EC-A711-1BD8200D06EB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62502341-EEA4-462F-B417-EFE9FCB9A302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D1F8FF42-08FC-4927-BC49-8C252F57C718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F04B285F-9399-4069-BF3E-16D201A65987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C7317B92-E801-4E7A-AF29-6915907CBB3D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8A2925ED-F6A1-4AA5-93C5-AE30DB2BF1E5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8D9BE8D5-1B68-46C0-84E4-E033B563FAF2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B4B451B4-B38F-452A-9BF6-5AFF1D87B763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D0755449-F7A6-42FB-A9D7-FAF4A6DDD9DD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319FA7E9-2E05-4A39-B2E2-C7178C34862B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4D9E8FA4-21F6-4B87-9BB7-04DC671CE5E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97C09E82-4E31-423C-8AB8-1A92A9A77273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AE5ECDCF-614B-4873-BA6A-5411914DE9CE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027F9EC7-6482-4B9A-865A-B23100ACF98B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9AC74D38-8FB2-44D4-9208-DE518E414E78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D225D9ED-CDC3-457A-8FF0-C8A9194099CF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902714F9-75D5-42F4-9B45-5C98222CB065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B770A58C-1553-44BE-B14E-9F77B480B050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E6051215-8F74-40B5-9DB1-43DCE525462B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EBB817DB-45DA-461B-835A-C37ED77F5BC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10D56BBD-01CB-4931-8F00-B176D5627FAA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DBD09549-E681-459F-8B65-5CAFD2224857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F7E0DDAC-5B23-45F2-8852-5D653DA48D9F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F86BC92D-5A4F-4742-8638-42E8C14AE492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4B9CF3FC-E41C-4455-A51C-F54CD9E85F9A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E1EFB8B3-17E4-4BCB-A803-3177A5BAFAD5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AC5FDEBD-D155-4691-868A-5810BE546C13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656466EC-7008-4689-8B6D-421FDE4E8758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4D3E4FB3-53E5-4834-9C76-D1DBE64DA519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455C9B0E-690C-4214-83FF-97D5C6F81E73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8995BCE0-1979-4E3A-8C0D-76305202941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73FD02D1-0065-4303-8A52-4487FB9B660C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B5DC089D-97ED-4239-A0AA-7AA2B444AD70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5E1EEEB4-A84E-482F-902D-3F99CB811A7A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8F9715B1-5E1F-46DD-9740-847089AC430A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894ADF97-C607-47F5-87B6-F60B089D3F01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91E86A6-5C6E-45DC-85AD-44FC13713037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494518B1-C408-492C-A218-5590EE1FE156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9D43063F-FB6B-44F7-9A3D-C6F1690682D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72051067-9FB7-41D9-99AE-5035CD5222ED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67104F2A-86C5-4220-8E5F-6360CE4ED064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C79F800D-9F78-49AB-A283-E9751754FE97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E3CE1633-4CB5-4231-AF8F-B52BABF190AC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753A5BA6-328A-4815-B035-68B1CB5789FD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7E0D8CEE-B7C1-4911-B529-A989D1354EB0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AEB8C45B-A041-4D11-BF3A-F4A395C84B34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CA9A203-E451-4E60-A3B8-D8EA354EEB68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FD49D6C4-809C-41AF-AD0F-29C2146126DF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37DABB1E-1E32-4D5B-95A2-C232EDF705BB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5A0811FE-66C1-4BA9-9071-3143722497C7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B6113D14-DF9F-46B7-BA3A-C78B99638881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27E5A400-8E60-4419-BC18-28F727EB7EC0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B6789EA8-5875-4B1D-A19B-CC48DC1B09DC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21532387-7697-440D-9DD3-ECDF8F500139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8A46B819-740B-4C0E-B6E2-5AA92D58202C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15E1A2B9-7637-4B56-AF4A-E4DD5EA8C2B0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E6B67313-9273-444D-9883-27379D2427D1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27248012-1F36-4A0D-98D0-98C1447EA53A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D681812B-1865-4E7B-954A-0038736C6BA5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FC1CC3FD-56AE-4AD2-A58E-0CE27DD562C5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DF8D62A9-4025-4EB8-B6FA-4B18CF42132D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577D9BC9-334A-4D0D-8A59-582CE770B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87D751A3-96A0-41A4-B2DE-B632D76D30BD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FCAA9572-32E6-486D-ADA2-CF3215D62436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DB20F8A9-3BF8-42E8-97E6-025EE48C3F9B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0FE7A6D8-0608-4CFF-BFE6-F112ABFD842D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DCA30DC-0FE6-4FEE-A199-719C4C50974D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C29DD656-60FC-45CE-ABFA-4718523CF34E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6117A859-207B-403B-BA94-3BDCBE7245E8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567D3F6B-B814-4530-860A-B34293F29A02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BC366586-2933-4AF2-ACE4-DA3F532C116F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FF88298A-577B-430A-AA49-65C03851148F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530674C2-F6CF-4EE7-AA5F-B2FD1EEE01A7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A3CF98AD-A798-4438-8D16-EFF0D332D171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8ADD0A66-7037-4DA3-BA35-6191436B0518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5F634E7D-FA27-4494-A23E-2194A6F51100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2A8CAB62-D091-458D-9C75-C951E318B745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5EEED19D-B0F5-457E-9B6F-CB9422509C46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A336FA2E-37AD-4CDF-8F9F-37D699CE6DEE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0EE73722-F172-4287-A538-5159322E3054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6569B6AC-9CC1-4C8C-A420-92F1FC55CE0F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A54736C3-FA87-43BA-B610-E594E8F07AC6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63999A03-3B99-47B6-B284-8C12A073531F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3C73FFFA-E220-498B-BE65-38E2F1C3057E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88B8AF9E-9951-4FD2-9902-E100BE21AC22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84E0F07D-09C6-418A-B982-F6D5E642CE9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8EB05340-1BCF-4E70-A6D1-E3B51A1B4948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0CB195F3-AE1F-4814-BB4D-FC4BB66683FC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58D1EE01-3686-4D3B-AB1C-D74437087EDC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44B42668-775F-4992-B9AD-C8EA15707C70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FB3BBBF5-BA40-443F-BBBA-7A0F8FD2754A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412B64E0-D2F9-4798-8791-5510BC88D2B7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2406B1B1-B566-47D9-B8E1-2B61A2D72F2E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E49B34F0-0D32-43FD-A205-96F2490242E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F801667C-F7F9-482A-BC03-EB7D4075A63F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C7A9A6DD-4E97-4A99-8D1F-68D480EFEED7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4BCFE26C-8273-41FF-9E8A-3C3894B220F2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9E87F1B2-EBE1-4AC6-9094-B717833FEAB3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1885EB74-7975-482F-98F0-90E4E95CAE83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88104304-88A7-4F33-856C-962213FE5922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877AAB8-FB10-45B9-9A8C-5564FB282508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BA14D2FA-2BC4-4FEA-938A-6FEFE4FE1A99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DCA47D97-B625-4860-BFF3-482FF612FAA7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25A48A1F-112B-45F8-8D7F-D0ED83974763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A9F04764-77D2-4FF1-9D79-B95D3AA72524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95FC7083-91E0-4EF5-88B8-4E2B28C2D085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94B49AD9-8B3D-4DEF-8342-A6735B0DA877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8C348F58-A230-47AC-BCF8-478883618234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33774867-3536-4883-999E-48B9ADD581FF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7052B0B8-8CF5-49D8-81A2-26BEB3413897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E963B4C3-BF25-44AB-8C45-B465A801BD80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D67FDF4F-C990-4BDD-AC61-948920113702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72462A0D-D4F8-4F33-AC02-D5536A63C85F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7F59AC1B-B4FE-4C33-9BBF-30F088388327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6E5E7A62-A178-4CB0-8E4A-ED41C4571CA2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EF2EB4E4-2E65-4A15-8ACF-BA07D77C1B9E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BB92C32A-F5F2-470F-88FC-3EF1C48CF1D9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3CF49F05-FD9F-4F45-849A-4AD65A2740A9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567B7F37-96D3-4EE6-8378-F770B9433B57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8AF50231-2395-4B9B-A93D-AEA90715DC00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5E7A3426-9450-4D3D-A10D-E1DF39258D2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5B7CB68F-C15E-4538-9464-F6551A89156B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3E33AECC-AF7F-4FC1-A386-E0C564DC5D47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F499B624-E055-4820-B55D-51DF825A667C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E74AB081-99B1-4978-8EF8-C1DF5633507F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8AB5062B-2800-423A-AEB9-7B86994D195E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1E497F22-19A2-462F-A495-F3166B521ADD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14A757ED-1FA2-4047-9F5F-42C8099F33D1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A0B7CFEB-46E9-4CDE-91C5-730D7FA1125D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9DDDEBC7-559D-41DF-8ADD-4D0DD08E9FE9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A2430397-EB44-4B53-A291-D9EBB649C77C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2E7AA6EF-68E8-4F49-8C51-79495C8F3CEE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C08340DA-8031-4F60-B6D2-54CEC9CAFB5D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5FFA497B-BAC7-4D6D-A929-A9448AEE1826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887770FA-777B-4A10-BB6B-037E4F77DD1F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523AEFE4-D757-47B6-9BBF-038596624378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0059FD8-54A9-464F-B41A-E8B3E7A43FA2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9142F80C-73A9-4AD4-8FC8-EB00BDE9C56A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DF169399-5267-4B85-9509-C4B5DAA72FFE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FC84D683-6289-4DEB-A0D9-2978DFACC04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82B5EBA9-9882-4129-952B-709944EF61F8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3F206E4-C626-4776-8A29-BB11B73D4ACE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E9263093-8FB9-43F5-AFBA-133E33CE90C6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4329B444-BB55-4FAE-AA5D-1252C774DD64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F8C19075-A01B-48F7-966F-945E5A193492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D0FE1BD0-02B0-4AAA-BBFB-770D3FC64696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99D640FA-ACA1-4454-A97D-F99F23D7A25A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8F4291D4-39C5-41E0-B8EC-2ED74A935F61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4FC6D025-2A80-4289-8DEC-31E481D5267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7CBF0490-32D5-42C7-87A7-F16E4DE98ECF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68E3F408-EB9C-4D6D-94AE-29B194D8B4DD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5B5920B4-7B56-4BBA-A23E-6C594E7ADFF3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C2CADB7A-C5DC-4254-B848-B3682E552597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324D8422-1743-4FC3-B846-DC4873A4473D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627092B6-30A3-4915-95DE-5F4029451D78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7FA6FD82-65CF-48F7-B504-7DCD774B513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9FA98A30-9462-4842-8AE4-97E231E8CB35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3604FDF1-916F-4A73-B631-74D8EAFD6D8B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2D2CF091-7518-4DE7-9549-12A668F0D344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19B11C18-C6C4-4882-8F20-ED4B9891B9F7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89E244B6-41CB-4B48-9183-883B7E7966ED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A85E8FCE-A653-4B3F-A4EF-9043BF48800E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FA33F38E-9813-4FFD-BB7F-62C64F49507E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56EB65E3-8F66-4426-BF70-7FF423FDA2C8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4AB20FD2-6BFB-45D4-BB7A-AA3B7B38E83B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C5E50357-17F7-48FA-AC88-5F02D5F32688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0CD918BB-3860-456C-A89B-EBAB11B2069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4784DB1F-9FD6-4614-8DA7-931E3AF6FF15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054C8604-CDA7-4040-8F36-827D6F13871C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B9E57E9B-61D3-4F5A-B099-5164ABDFE5CB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BECD261A-7BE6-4703-88C4-348F0FFE7C0F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CE4CA6EE-465C-48E8-AC69-82566D87494E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CF91C769-BE2A-4D5B-BB5C-07F08E1CEC99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8E86098A-20E3-4395-A4BC-B33149ED6B16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25095F54-F72C-48C9-8F42-3AC19DE9530C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CBFB844A-F127-491C-89CF-FA9925B72FDE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CCF77A0C-7FF9-4936-83F0-A4C79561A2FE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DDB794ED-D175-46C0-8308-87691002F102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2C84E183-55F1-4829-9CF0-6FD746FF85D9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E389D5DE-5056-4C42-B425-309CA08AF622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9880225F-8C85-4835-AD03-DB1263C1CE23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17D070A2-D580-4565-9C05-C6B5921760BA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8FBC1E2-4110-4CBA-ABB3-F2A295A4DA81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89259868-BB3E-4430-A611-BDBF93EE7A3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4DCD2728-8DCE-4A9F-B23A-BFD05C6C22EE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4ABF3CFD-66F9-4B08-9088-63ADCE262C96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876C65F8-679E-4485-BBF4-8FA6EF7019A2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1688F3B4-6B23-48F1-89B0-1DC1BA21761B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D0434350-55EF-4058-A168-DE53CC23F8C2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A6F205CD-4F18-44C5-AFD6-01C699C2436E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3FE2B677-0E1E-4451-99FD-7968D9070585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C8FDBB13-16EE-471C-B182-F0211A18A7AD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6E792C6F-F236-474A-BE11-28F25085F95E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CE7F7B85-B332-44A7-9641-27B27956FB96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0679DA85-AF47-4640-9187-1F32CDB522ED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4E7D97E8-4D8E-4452-9DD3-96BA7D24542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B8503171-AC0F-444D-BC0B-26D8DC3708D2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85F7A615-F874-4936-9DF5-216E216CC4EB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4824EA0D-F2FB-44CB-81C8-28DE91592264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889F47B5-F2C4-41CD-B37F-100B97661376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1E55722D-ECB0-4AC4-878E-6FEE06DDCA95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C3EC74E4-2DA2-48D9-83BA-D5C298EE86C9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285A4BA-8D7D-4B0D-9DFE-51B25297F7BE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B0D1F4FC-4C24-440F-BE20-DE905BFAB7E6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6FC13EC1-2C03-4FEC-94AA-4419643730AA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8AFFC763-9097-48A2-9322-0880EC5840E5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B0839A02-813E-48CA-A582-F73A42868583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C9DD3D89-5CB1-4A0E-AA6C-64371018C30D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AB58A672-9B3C-45A8-9D14-F92FEF01DD0D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D64B400-51A8-44DB-B01C-4965D16FE182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E0CDDD6-B566-44FC-BC8D-AA140A950E43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D01805C2-6D0D-467C-AD0D-9C6F7E6365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FAE08FD7-15A0-479A-9AE2-465019D13A79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AFFC7829-9EA0-48EE-AC2D-0FC268515D61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A1013463-3144-4CC2-84D0-C2B00656CF3D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316DBA99-265D-4E99-8315-00CD958F410A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BFB0045-43FB-4278-AE4F-E265C61717EB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AFD6955B-4C2E-4023-8E3C-79EF3E5A602B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298E6C86-39C0-4AD8-9E2E-6C5A82518B24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CF8D52AE-D271-4D54-9376-E0DDD63B9080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936058CA-829E-4E11-9719-DD1C1BC25AA6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705836CD-E914-49C4-85D1-9FCFD5D6A86D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681D8FBB-66D9-4DCF-9CF9-A24B14DFF2D7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FA9D1CAA-FB59-49FD-A7B6-141C9F96643C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F396A67A-AC2B-4578-8CCC-7CF0978B03B9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C00D253C-07F9-4EE4-A646-43AE590520D4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B6F554BE-A558-49E8-A013-8F3FF5C1B39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FBAD1790-D80F-44E2-8397-AE05DC345E95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1452355A-1ED5-43B5-8DA4-E6CEBC3C6FD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9B9E077C-5FBE-4F8B-ADC5-2565FAA91BC8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3C30E8B1-4B95-43B5-841F-E98B9592DEC8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591E130A-41A5-4DA0-AFEC-D134F874D7F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B266DCC4-72FD-45E3-B4C8-9D36588FEE28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60394D9B-7156-4F61-ACF8-F0C5D9051364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AA165AF9-B252-4A95-AEF2-DF666F1CD81A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F56B9419-0D1F-4E9E-AFC9-4A1953BD45A5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D3947A8-AAD3-457F-8D2E-3A26D7B36CBE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DC49A915-2742-494F-A7C1-DE9486D870B3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BB829CCB-1BDE-4CFC-A05E-BE485DEE3C75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6593E2C4-7932-48CF-8C00-EB6BEC304784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1A54E448-C6B3-4F29-95FA-6D5E0A02CA99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0E43B2EF-72D4-4568-8692-AA26AE49088C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C3BE773D-5B2F-4A6E-9572-86BED319FC21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B5C944D3-BC81-4C1A-8E92-982D3C13FF44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8A7BA88F-B2F6-435D-906A-25291687C158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1DD79F5F-9350-4D62-812F-E4F868FC7542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AAA1EC6-7C8B-4086-B616-72BB5A1A399C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004F9438-D781-4735-BF71-1107CF8D2905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5D04F3E3-91BD-4F6F-B173-5153007B74DB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31ADBCDC-BA0C-4B0D-ACCF-AB4ED1644253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CFEDD39-8D82-4BD8-80AC-37B113A95FFA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3FCD7765-4198-4D37-A813-A012F9CC6427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3407C551-E484-4E6E-81C5-C08F7E55C972}"/>
              </a:ext>
            </a:extLst>
          </p:cNvPr>
          <p:cNvSpPr>
            <a:spLocks noGrp="1"/>
          </p:cNvSpPr>
          <p:nvPr/>
        </p:nvSpPr>
        <p:spPr>
          <a:xfrm>
            <a:off x="8105967" y="4665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94F4287E-EFF6-49DE-A24E-305716438DB0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C62B0FC8-A495-452A-B627-893E1BD8B10D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C76A484D-BBAB-477C-9CE4-7E33FB4A5CEE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C85D5E4D-2442-45B7-9012-298F78374C14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ACD27354-F7FD-40CB-9A5D-8C3D5940635B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91765AFA-18D1-47A2-9EDF-7FADAB138198}"/>
              </a:ext>
            </a:extLst>
          </p:cNvPr>
          <p:cNvSpPr>
            <a:spLocks noGrp="1"/>
          </p:cNvSpPr>
          <p:nvPr/>
        </p:nvSpPr>
        <p:spPr>
          <a:xfrm>
            <a:off x="8424240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2EF5FBD3-3DF3-42AC-B84D-58357B6972CF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067A06FA-5731-4E45-BC88-3BC2B4FE079E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B1409327-9861-442C-82F8-1F7834FAB935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D3F5EFA-5DC4-42EF-92B3-72ABF55A622E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9B5D50BC-25F7-400D-B7F3-80ECB5534D54}"/>
              </a:ext>
            </a:extLst>
          </p:cNvPr>
          <p:cNvSpPr>
            <a:spLocks noGrp="1"/>
          </p:cNvSpPr>
          <p:nvPr/>
        </p:nvSpPr>
        <p:spPr>
          <a:xfrm>
            <a:off x="84665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D45C9CBE-11D5-4A10-8B01-A95C48F5025C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EBD2F85B-C38A-4F8A-B1FB-7FCE44A48873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9D7F95DF-D865-4B9D-A675-5C7D0A5C2B19}"/>
              </a:ext>
            </a:extLst>
          </p:cNvPr>
          <p:cNvSpPr>
            <a:spLocks noGrp="1"/>
          </p:cNvSpPr>
          <p:nvPr/>
        </p:nvSpPr>
        <p:spPr>
          <a:xfrm>
            <a:off x="8236062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5C566995-23B0-4864-982E-F084BC648B73}"/>
              </a:ext>
            </a:extLst>
          </p:cNvPr>
          <p:cNvSpPr>
            <a:spLocks noGrp="1"/>
          </p:cNvSpPr>
          <p:nvPr/>
        </p:nvSpPr>
        <p:spPr>
          <a:xfrm>
            <a:off x="8329611" y="4615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3470FD99-E559-4A1A-94B0-BCC3DD7C01EA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8023DBA2-0C27-4F41-A836-27EADFDDCC3E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428FF8CC-1744-4BD8-A1C0-542356F25EF3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9762DFE4-30FA-4833-9A16-88C09EF26E8D}"/>
              </a:ext>
            </a:extLst>
          </p:cNvPr>
          <p:cNvSpPr>
            <a:spLocks noGrp="1"/>
          </p:cNvSpPr>
          <p:nvPr/>
        </p:nvSpPr>
        <p:spPr>
          <a:xfrm>
            <a:off x="8131096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CE18F764-701B-4024-AC57-20F61D5E0FF1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1535C67A-1DF8-4489-B7B9-1C21A7D41BF7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894EA592-3915-4BD4-957E-9A65A6C1344A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EB979423-4086-4204-8741-275CCF8B0666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BF5F78B8-AA0F-41E3-9DFC-906D37ED3865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9AB16EA2-09C1-4462-B148-5D508F0B2F8B}"/>
              </a:ext>
            </a:extLst>
          </p:cNvPr>
          <p:cNvSpPr>
            <a:spLocks noGrp="1"/>
          </p:cNvSpPr>
          <p:nvPr/>
        </p:nvSpPr>
        <p:spPr>
          <a:xfrm>
            <a:off x="832618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AC957E1F-08A8-41A7-ABE4-59C14994F6FE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98000F5B-7369-4DE1-8983-023D38D9C4FA}"/>
              </a:ext>
            </a:extLst>
          </p:cNvPr>
          <p:cNvSpPr>
            <a:spLocks noGrp="1"/>
          </p:cNvSpPr>
          <p:nvPr/>
        </p:nvSpPr>
        <p:spPr>
          <a:xfrm>
            <a:off x="8380004" y="58324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99E20609-6173-43E3-9C98-1811940AEFB0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C0426568-8631-40CE-801C-418E7833E411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DF412BBF-3D6B-46D3-A1FF-4D1F01FBEEFB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0EC55152-F574-4412-9DA6-B18221ABDFF5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58BD4ECB-BA26-41D5-8F8C-CCC0BA250CBD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0B2F2398-2F39-42F3-8326-895D18D68F04}"/>
              </a:ext>
            </a:extLst>
          </p:cNvPr>
          <p:cNvSpPr>
            <a:spLocks noGrp="1"/>
          </p:cNvSpPr>
          <p:nvPr/>
        </p:nvSpPr>
        <p:spPr>
          <a:xfrm>
            <a:off x="80939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DB5B7782-219E-4B9D-9155-5F0E631C8F8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BFD639AD-6FB1-4666-AF56-6E92C33B2EA6}"/>
              </a:ext>
            </a:extLst>
          </p:cNvPr>
          <p:cNvSpPr>
            <a:spLocks noGrp="1"/>
          </p:cNvSpPr>
          <p:nvPr/>
        </p:nvSpPr>
        <p:spPr>
          <a:xfrm>
            <a:off x="8107327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5F34C412-6D1A-4539-93CF-E42C240AC5E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29A24576-A4C9-4D99-8C8A-EB9F58CA5897}"/>
              </a:ext>
            </a:extLst>
          </p:cNvPr>
          <p:cNvSpPr>
            <a:spLocks noGrp="1"/>
          </p:cNvSpPr>
          <p:nvPr/>
        </p:nvSpPr>
        <p:spPr>
          <a:xfrm>
            <a:off x="82287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4A05C28A-9127-4465-A49E-3267AD6FC6C2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6959B212-C108-4CC7-863B-DBCB00B13B07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29F4DD37-112C-4D6E-A52E-6E9241EAFEA1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49AFCA67-DAF1-43CD-A153-8EB436E1AF8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ECF99E7E-2156-4DC5-AA9D-BF36E4983F67}"/>
              </a:ext>
            </a:extLst>
          </p:cNvPr>
          <p:cNvSpPr>
            <a:spLocks noGrp="1"/>
          </p:cNvSpPr>
          <p:nvPr/>
        </p:nvSpPr>
        <p:spPr>
          <a:xfrm>
            <a:off x="8394060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3AAE3BC9-EDE5-4151-B314-5BF666E1F7E3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27C4F92-C19D-4CD9-B055-F6243AF74A9C}"/>
              </a:ext>
            </a:extLst>
          </p:cNvPr>
          <p:cNvSpPr>
            <a:spLocks noGrp="1"/>
          </p:cNvSpPr>
          <p:nvPr/>
        </p:nvSpPr>
        <p:spPr>
          <a:xfrm>
            <a:off x="843163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50D242F4-1D8C-4BA9-99AC-49D044F745E1}"/>
              </a:ext>
            </a:extLst>
          </p:cNvPr>
          <p:cNvSpPr>
            <a:spLocks noGrp="1"/>
          </p:cNvSpPr>
          <p:nvPr/>
        </p:nvSpPr>
        <p:spPr>
          <a:xfrm>
            <a:off x="81061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64CD52DB-7FEC-4C74-86D2-DC5DDBF2E947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4B98A6DE-0EF4-4289-AC3F-5B371199F508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49025F17-BE44-45F6-AF0E-FD46BD2C19ED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33BB4AA1-BC71-47F0-809B-1893B949ED89}"/>
              </a:ext>
            </a:extLst>
          </p:cNvPr>
          <p:cNvSpPr>
            <a:spLocks noGrp="1"/>
          </p:cNvSpPr>
          <p:nvPr/>
        </p:nvSpPr>
        <p:spPr>
          <a:xfrm>
            <a:off x="8081781" y="51441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5C4FB43A-5886-482A-8286-D42DE496CCED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229DF0B9-3228-4BCA-8A20-95267841DF4D}"/>
              </a:ext>
            </a:extLst>
          </p:cNvPr>
          <p:cNvSpPr>
            <a:spLocks noGrp="1"/>
          </p:cNvSpPr>
          <p:nvPr/>
        </p:nvSpPr>
        <p:spPr>
          <a:xfrm>
            <a:off x="8282300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39A24048-8E48-4BAD-8895-A404C4D9DC54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6C704F28-8F38-4B4A-AECF-DC41FDDA5A61}"/>
              </a:ext>
            </a:extLst>
          </p:cNvPr>
          <p:cNvSpPr>
            <a:spLocks noGrp="1"/>
          </p:cNvSpPr>
          <p:nvPr/>
        </p:nvSpPr>
        <p:spPr>
          <a:xfrm>
            <a:off x="8286505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EA09036C-F719-4A1A-A4A3-6AF809090BE8}"/>
              </a:ext>
            </a:extLst>
          </p:cNvPr>
          <p:cNvSpPr>
            <a:spLocks noGrp="1"/>
          </p:cNvSpPr>
          <p:nvPr/>
        </p:nvSpPr>
        <p:spPr>
          <a:xfrm>
            <a:off x="8387425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140F708D-3EB1-4106-8B61-7A54D82C2D77}"/>
              </a:ext>
            </a:extLst>
          </p:cNvPr>
          <p:cNvSpPr>
            <a:spLocks noGrp="1"/>
          </p:cNvSpPr>
          <p:nvPr/>
        </p:nvSpPr>
        <p:spPr>
          <a:xfrm>
            <a:off x="835368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6DC304FA-2BE4-4194-8FB9-F160FB90FFB5}"/>
              </a:ext>
            </a:extLst>
          </p:cNvPr>
          <p:cNvSpPr>
            <a:spLocks noGrp="1"/>
          </p:cNvSpPr>
          <p:nvPr/>
        </p:nvSpPr>
        <p:spPr>
          <a:xfrm>
            <a:off x="8152754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BC0004D7-B6D3-474D-9D5F-6AB06C5CF2B1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683F163E-3048-483B-B21D-25CAA511CED7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E5014ADC-C5A9-4438-B911-E72FF2A1F0E3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2CAABA80-4025-442C-8E14-72C899048FBF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1890A6E0-7B37-475E-9E62-1C758CE038C9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4AEEB67C-0D44-4FD8-81D1-1E2E39B31702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1479A408-629A-4962-9305-70885246347E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487298B-8078-456A-B455-902F1B024E93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D7D32E2C-8A2D-4A68-AB21-A617328CB21A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BC63436E-31DA-45F2-A6AB-6D8DF00D9F34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66A1C0FA-ECEE-49D5-8311-0A391E0A7AAA}"/>
              </a:ext>
            </a:extLst>
          </p:cNvPr>
          <p:cNvSpPr>
            <a:spLocks noGrp="1"/>
          </p:cNvSpPr>
          <p:nvPr/>
        </p:nvSpPr>
        <p:spPr>
          <a:xfrm>
            <a:off x="8458823" y="58654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121B98ED-875F-4D4E-8129-631E14034571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64A72258-72B8-4CFD-A6C2-637236E47E8B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69CA829B-7D63-4088-BAFF-FD84CC788BBF}"/>
              </a:ext>
            </a:extLst>
          </p:cNvPr>
          <p:cNvSpPr>
            <a:spLocks noGrp="1"/>
          </p:cNvSpPr>
          <p:nvPr/>
        </p:nvSpPr>
        <p:spPr>
          <a:xfrm>
            <a:off x="8379416" y="551344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FFB66617-1D75-46D2-B127-47302B085DDA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B1A13999-533D-4738-9319-B412B79985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1D2BF137-36FF-4981-BE69-F4102E8EDEAB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B313C3CE-7C9C-435C-A608-F6451BAE51FD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0F66AE23-3E88-476C-B238-BE9E9783F987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1EF84248-44EC-4A32-A915-D42608B1254A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2D97730C-FF8F-4E25-B83A-DA30650FF6DE}"/>
              </a:ext>
            </a:extLst>
          </p:cNvPr>
          <p:cNvSpPr>
            <a:spLocks noGrp="1"/>
          </p:cNvSpPr>
          <p:nvPr/>
        </p:nvSpPr>
        <p:spPr>
          <a:xfrm>
            <a:off x="8350443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35F60D65-2BE8-4D4B-91E8-14D86097BFD9}"/>
              </a:ext>
            </a:extLst>
          </p:cNvPr>
          <p:cNvSpPr>
            <a:spLocks noGrp="1"/>
          </p:cNvSpPr>
          <p:nvPr/>
        </p:nvSpPr>
        <p:spPr>
          <a:xfrm>
            <a:off x="840737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82089AAD-A326-4507-AF96-15A459CE525E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49714E4A-3710-45C1-AFE9-6468E74416F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BDA0D6D5-719F-484E-91E3-072BB495AC5F}"/>
              </a:ext>
            </a:extLst>
          </p:cNvPr>
          <p:cNvSpPr>
            <a:spLocks noGrp="1"/>
          </p:cNvSpPr>
          <p:nvPr/>
        </p:nvSpPr>
        <p:spPr>
          <a:xfrm>
            <a:off x="8229901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90BF715E-DD06-4897-BFE4-9AEEA357D8B3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936AD9C1-2FD3-4451-9146-6A09CB5C6302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F7CF0DF3-4146-49BC-9D51-48447401FB5E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EB6D32B5-85F6-4D5C-80ED-584228E39D3E}"/>
              </a:ext>
            </a:extLst>
          </p:cNvPr>
          <p:cNvSpPr>
            <a:spLocks noGrp="1"/>
          </p:cNvSpPr>
          <p:nvPr/>
        </p:nvSpPr>
        <p:spPr>
          <a:xfrm>
            <a:off x="8274803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69CBD03C-1F85-41D8-9F1C-9F8A01BC98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609A84A7-FFF8-4B7E-8F3F-FC0F9B43524E}"/>
              </a:ext>
            </a:extLst>
          </p:cNvPr>
          <p:cNvSpPr>
            <a:spLocks noGrp="1"/>
          </p:cNvSpPr>
          <p:nvPr/>
        </p:nvSpPr>
        <p:spPr>
          <a:xfrm>
            <a:off x="8343411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139529C-1DD9-46F8-9E70-983BE4A59F6D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7072073A-CC0F-42F3-B194-411721439F91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7B906981-903D-445D-8256-F4189EB38BDF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6269F771-2F90-4464-87B2-FD5E16D18DA5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89E6D6B7-1A79-46AC-BA98-BD8BD5C33AA3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0F864555-B73D-44B0-89D8-E519704C4D2B}"/>
              </a:ext>
            </a:extLst>
          </p:cNvPr>
          <p:cNvSpPr>
            <a:spLocks noGrp="1"/>
          </p:cNvSpPr>
          <p:nvPr/>
        </p:nvSpPr>
        <p:spPr>
          <a:xfrm>
            <a:off x="8277415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1FD4891A-E2A1-4121-B0AC-6E338E5164F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61B59FB8-DB9B-4014-88D6-C5574D28CC93}"/>
              </a:ext>
            </a:extLst>
          </p:cNvPr>
          <p:cNvSpPr>
            <a:spLocks noGrp="1"/>
          </p:cNvSpPr>
          <p:nvPr/>
        </p:nvSpPr>
        <p:spPr>
          <a:xfrm>
            <a:off x="8461361" y="59578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11A4237F-273F-4408-9649-07862C460C4F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ED7DCDEC-8FF8-4D29-AC04-F6BB022523E9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BD83C051-3A41-4D73-9B52-D4FAF1090953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C62D196D-3433-483A-8C75-C55DB2C8A711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2831A4B3-8DBC-4BCD-AC17-DD6F49B4C5AD}"/>
              </a:ext>
            </a:extLst>
          </p:cNvPr>
          <p:cNvSpPr>
            <a:spLocks noGrp="1"/>
          </p:cNvSpPr>
          <p:nvPr/>
        </p:nvSpPr>
        <p:spPr>
          <a:xfrm>
            <a:off x="8211211" y="569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C8115291-F208-4335-863B-FA480A514B78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22546FB4-EB96-4B31-BBBC-478A6D349090}"/>
              </a:ext>
            </a:extLst>
          </p:cNvPr>
          <p:cNvSpPr>
            <a:spLocks noGrp="1"/>
          </p:cNvSpPr>
          <p:nvPr/>
        </p:nvSpPr>
        <p:spPr>
          <a:xfrm>
            <a:off x="8118954" y="49088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AD14F4AB-1667-4226-9001-166F5D0A253E}"/>
              </a:ext>
            </a:extLst>
          </p:cNvPr>
          <p:cNvSpPr>
            <a:spLocks noGrp="1"/>
          </p:cNvSpPr>
          <p:nvPr/>
        </p:nvSpPr>
        <p:spPr>
          <a:xfrm>
            <a:off x="8142517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93E22DF2-A71E-44DB-B95E-A47190BD70F6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6C2C0A8A-ED7D-4C9F-9702-1213A54B3244}"/>
              </a:ext>
            </a:extLst>
          </p:cNvPr>
          <p:cNvSpPr>
            <a:spLocks noGrp="1"/>
          </p:cNvSpPr>
          <p:nvPr/>
        </p:nvSpPr>
        <p:spPr>
          <a:xfrm>
            <a:off x="84472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A3BCB69C-4A23-48C6-8E3E-6817E06A7999}"/>
              </a:ext>
            </a:extLst>
          </p:cNvPr>
          <p:cNvSpPr>
            <a:spLocks noGrp="1"/>
          </p:cNvSpPr>
          <p:nvPr/>
        </p:nvSpPr>
        <p:spPr>
          <a:xfrm>
            <a:off x="8107736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7401159-7688-4D1A-984D-28639EB61177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1C0B8576-BDD3-44A8-B0B3-44ACBF7212C9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D3150907-C021-4FF1-B79D-95C46ABCA025}"/>
              </a:ext>
            </a:extLst>
          </p:cNvPr>
          <p:cNvSpPr>
            <a:spLocks noGrp="1"/>
          </p:cNvSpPr>
          <p:nvPr/>
        </p:nvSpPr>
        <p:spPr>
          <a:xfrm>
            <a:off x="8223750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5A10AD41-A1F2-449D-A4A6-4EE36B503E25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9411D509-0635-418E-BBC4-E3F3F3E85223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50F67B5F-697D-46A8-B69F-210DEADE8FF5}"/>
              </a:ext>
            </a:extLst>
          </p:cNvPr>
          <p:cNvSpPr>
            <a:spLocks noGrp="1"/>
          </p:cNvSpPr>
          <p:nvPr/>
        </p:nvSpPr>
        <p:spPr>
          <a:xfrm>
            <a:off x="8444832" y="59534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CCEBA877-40ED-404B-9307-C57C6CD0F3E7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71F6504B-43FF-49CB-B6DA-E7953798A181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8A16033E-8A2F-4A19-AA5C-0F55D5740D97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AE5B2808-A6BB-49F9-A958-BA3BB160EEDE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B3D8AFD8-4FAC-4624-AE1C-49BDF4BBB791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B13DC24D-F171-4038-B274-A15F428C674E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1DEBCD96-50F2-4022-B32F-ED9E71B647DD}"/>
              </a:ext>
            </a:extLst>
          </p:cNvPr>
          <p:cNvSpPr>
            <a:spLocks noGrp="1"/>
          </p:cNvSpPr>
          <p:nvPr/>
        </p:nvSpPr>
        <p:spPr>
          <a:xfrm>
            <a:off x="8304223" y="55341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F8843A06-2285-464D-B85A-B1F8C9CE1926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2ADB55A6-9AD5-4D96-8DE9-E48698955637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C90EC78D-D6AE-4784-A503-F28C1F88F6C6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04754C47-57CF-48F4-9A85-404A056D99EF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60CB2395-9632-4F36-8B2E-B6D9030432C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BE5EE178-7AAB-43B0-BA1B-FD9F13F142E4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1F24A6E6-56D3-4A65-BCE7-92AE86A51E86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46BA661D-E5A3-4DA5-AD5D-51FAE8EBD79A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B9EA7E9C-BBFB-4C81-93B1-C6DE8690AE47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EA5FEDC1-EF86-4B17-AB30-DC485893F4F2}"/>
              </a:ext>
            </a:extLst>
          </p:cNvPr>
          <p:cNvSpPr>
            <a:spLocks noGrp="1"/>
          </p:cNvSpPr>
          <p:nvPr/>
        </p:nvSpPr>
        <p:spPr>
          <a:xfrm>
            <a:off x="8330031" y="47127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2A5669A5-052F-4DDA-AA27-C67C4E43D235}"/>
              </a:ext>
            </a:extLst>
          </p:cNvPr>
          <p:cNvSpPr>
            <a:spLocks noGrp="1"/>
          </p:cNvSpPr>
          <p:nvPr/>
        </p:nvSpPr>
        <p:spPr>
          <a:xfrm>
            <a:off x="8170358" y="52429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D0B84D4F-AD99-4A66-9A0B-2F7390CC2365}"/>
              </a:ext>
            </a:extLst>
          </p:cNvPr>
          <p:cNvSpPr>
            <a:spLocks noGrp="1"/>
          </p:cNvSpPr>
          <p:nvPr/>
        </p:nvSpPr>
        <p:spPr>
          <a:xfrm>
            <a:off x="82678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2E5468D-1F67-4B68-8EC8-E47782EC2D83}"/>
              </a:ext>
            </a:extLst>
          </p:cNvPr>
          <p:cNvSpPr>
            <a:spLocks noGrp="1"/>
          </p:cNvSpPr>
          <p:nvPr/>
        </p:nvSpPr>
        <p:spPr>
          <a:xfrm>
            <a:off x="82381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A2171DD4-9B01-43EC-A52A-66B2D85AC4B7}"/>
              </a:ext>
            </a:extLst>
          </p:cNvPr>
          <p:cNvSpPr>
            <a:spLocks noGrp="1"/>
          </p:cNvSpPr>
          <p:nvPr/>
        </p:nvSpPr>
        <p:spPr>
          <a:xfrm>
            <a:off x="8276196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E593561C-ABC4-4690-8C34-DCFACC1C49B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CAD2F5C8-F1FA-418C-9F8B-1FE3E35AD19C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1C41789-E8BD-42D4-9089-A9D2FEFE926A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C630ABE5-D8E9-487D-836C-9CD134465E8F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FFAAE471-CCC6-4395-B0DF-7D39597F2215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0DF0BCFF-A4DB-4AB7-848C-0F4262FFA27F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F6435D36-9A96-4637-983D-2EE1DE47BE08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A9F229FE-1D0A-4F41-8060-1F16CCE528C8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5B356CD5-C58F-416E-9CD4-161962332F00}"/>
              </a:ext>
            </a:extLst>
          </p:cNvPr>
          <p:cNvSpPr>
            <a:spLocks noGrp="1"/>
          </p:cNvSpPr>
          <p:nvPr/>
        </p:nvSpPr>
        <p:spPr>
          <a:xfrm>
            <a:off x="8195042" y="5742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06E40599-D79F-4F25-BBD6-644EB4586B01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9F0DEA8B-0F30-4691-B043-E62B4FD424BD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7400F1B7-7629-40E0-8E66-395D1CF8B1DB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8D63FA36-7AB1-4C72-A74F-9C35A36C126A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150E6E1D-B2CD-42E9-9DD2-86332C95F5D6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D248015F-65C6-4E4E-AA09-1D5A3CD72911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1D6F275D-46FC-4976-8374-368DEA6834C8}"/>
              </a:ext>
            </a:extLst>
          </p:cNvPr>
          <p:cNvSpPr>
            <a:spLocks noGrp="1"/>
          </p:cNvSpPr>
          <p:nvPr/>
        </p:nvSpPr>
        <p:spPr>
          <a:xfrm>
            <a:off x="8220279" y="59298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42CE9D7A-14CE-40B1-81BC-F9B8BAE18D96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59406735-92B5-49DC-80F6-5D639AE1429C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061CE717-D4B7-44E8-9ECC-F95C7253B745}"/>
              </a:ext>
            </a:extLst>
          </p:cNvPr>
          <p:cNvSpPr>
            <a:spLocks noGrp="1"/>
          </p:cNvSpPr>
          <p:nvPr/>
        </p:nvSpPr>
        <p:spPr>
          <a:xfrm>
            <a:off x="8425484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1760FD3E-1AC5-46BF-AF72-F24EB84950E2}"/>
              </a:ext>
            </a:extLst>
          </p:cNvPr>
          <p:cNvSpPr>
            <a:spLocks noGrp="1"/>
          </p:cNvSpPr>
          <p:nvPr/>
        </p:nvSpPr>
        <p:spPr>
          <a:xfrm>
            <a:off x="820730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FC1F4344-C180-48F2-8284-79BBC7AC21DF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D72BD2CD-8803-4AE0-8DD7-FE45A2321FE4}"/>
              </a:ext>
            </a:extLst>
          </p:cNvPr>
          <p:cNvSpPr>
            <a:spLocks noGrp="1"/>
          </p:cNvSpPr>
          <p:nvPr/>
        </p:nvSpPr>
        <p:spPr>
          <a:xfrm>
            <a:off x="8336238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EDC06411-30AC-424F-9F28-E510B77CAC77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E9055902-92F6-4AF1-B07F-E1722C7AD45E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B951E2E9-967F-4B3E-B682-503EDB6D96A6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B897D0E6-DF69-4EEB-A75F-C7DAA15F57D3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8A72FC80-99B4-4596-9C8B-04754618F803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95FF0C24-94EE-4DEF-A650-95DB612DC3A2}"/>
              </a:ext>
            </a:extLst>
          </p:cNvPr>
          <p:cNvSpPr>
            <a:spLocks noGrp="1"/>
          </p:cNvSpPr>
          <p:nvPr/>
        </p:nvSpPr>
        <p:spPr>
          <a:xfrm>
            <a:off x="8407604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40BA796B-24D6-465D-B1F3-604FD86240F0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13BD646A-BE83-4F0E-825D-CBC407646E55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9BF49956-BCB8-40DC-8CE7-06186F34AEE8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3ECCDCAD-2747-42D5-846E-AC61B7EA7ED2}"/>
              </a:ext>
            </a:extLst>
          </p:cNvPr>
          <p:cNvSpPr>
            <a:spLocks noGrp="1"/>
          </p:cNvSpPr>
          <p:nvPr/>
        </p:nvSpPr>
        <p:spPr>
          <a:xfrm>
            <a:off x="8218783" y="554778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A37B9EA-6664-43FB-B869-05471CB9B98E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2C22C1C1-1169-47D2-AA71-0207A688A911}"/>
              </a:ext>
            </a:extLst>
          </p:cNvPr>
          <p:cNvSpPr>
            <a:spLocks noGrp="1"/>
          </p:cNvSpPr>
          <p:nvPr/>
        </p:nvSpPr>
        <p:spPr>
          <a:xfrm>
            <a:off x="8104650" y="59919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35C4089A-224C-4224-ABC9-A3CD8E0C3336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1319B1A0-F0C4-40FF-920A-F1AA6735A3DD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213B5E2B-8FB5-43B0-80F5-CF551C42FD82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F9940265-1E85-4946-BE01-5089194DE74F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294653D0-1288-4367-9DF9-B636A6D7B25B}"/>
              </a:ext>
            </a:extLst>
          </p:cNvPr>
          <p:cNvSpPr>
            <a:spLocks noGrp="1"/>
          </p:cNvSpPr>
          <p:nvPr/>
        </p:nvSpPr>
        <p:spPr>
          <a:xfrm>
            <a:off x="8282713" y="5894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10AEDCB2-3C9D-4E6B-9531-6CDA71827600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2E6A7776-FE44-4D5B-818D-D4C2D9DD7F1C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283BB778-7BE9-498C-984C-C694C515BF31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FF9CA127-831B-4081-AC45-A3327BB5CE3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B333F43E-004D-4675-A8C6-EB15C20CE17B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460B64B9-A8B7-4CFD-95D3-987460EB7A0F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81356010-D7B7-46FA-9E94-BB8FFC028B60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D723DCB4-8F29-4B7B-9863-9F22FCD5FA3D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6A2F441A-B230-41F7-8A45-28562767BE6F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6CFEE7A-38ED-4967-86D9-058C13B78AFD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8E6935D4-EC9A-4351-970B-239F5547CFB0}"/>
              </a:ext>
            </a:extLst>
          </p:cNvPr>
          <p:cNvSpPr>
            <a:spLocks noGrp="1"/>
          </p:cNvSpPr>
          <p:nvPr/>
        </p:nvSpPr>
        <p:spPr>
          <a:xfrm>
            <a:off x="7188543" y="3821808"/>
            <a:ext cx="191" cy="401908"/>
          </a:xfrm>
          <a:custGeom>
            <a:avLst/>
            <a:gdLst/>
            <a:ahLst/>
            <a:cxnLst/>
            <a:rect l="0" t="0" r="0" b="0"/>
            <a:pathLst>
              <a:path w="191" h="401908">
                <a:moveTo>
                  <a:pt x="0" y="40190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32326003-872E-481C-BFE0-333286C26AD3}"/>
              </a:ext>
            </a:extLst>
          </p:cNvPr>
          <p:cNvSpPr>
            <a:spLocks noGrp="1"/>
          </p:cNvSpPr>
          <p:nvPr/>
        </p:nvSpPr>
        <p:spPr>
          <a:xfrm>
            <a:off x="7054035" y="422371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7805A2FC-4A48-41C5-9EB0-366A7C947E56}"/>
              </a:ext>
            </a:extLst>
          </p:cNvPr>
          <p:cNvSpPr>
            <a:spLocks noGrp="1"/>
          </p:cNvSpPr>
          <p:nvPr/>
        </p:nvSpPr>
        <p:spPr>
          <a:xfrm>
            <a:off x="7054035" y="382180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D6393F35-EE3B-4BA5-81E0-0A4B850DC2E1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09968EAD-A48F-4FC1-AB0E-759AEDAC784A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2D6BF24C-711A-414D-AC71-DE52D386008E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60AF3D66-B0D4-4831-AE87-FA7DAACAE86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EDC5A25F-D925-4642-9882-39CC0420DFDD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E885FB56-8A1E-44F9-9914-72497F08F637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A832D301-D5CE-47AB-9F84-000C08AB0F23}"/>
              </a:ext>
            </a:extLst>
          </p:cNvPr>
          <p:cNvSpPr>
            <a:spLocks noGrp="1"/>
          </p:cNvSpPr>
          <p:nvPr/>
        </p:nvSpPr>
        <p:spPr>
          <a:xfrm>
            <a:off x="7751033" y="4230327"/>
            <a:ext cx="191" cy="380449"/>
          </a:xfrm>
          <a:custGeom>
            <a:avLst/>
            <a:gdLst/>
            <a:ahLst/>
            <a:cxnLst/>
            <a:rect l="0" t="0" r="0" b="0"/>
            <a:pathLst>
              <a:path w="191" h="380449">
                <a:moveTo>
                  <a:pt x="0" y="38044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2D0DDC25-044F-452E-8BC1-E62F26612853}"/>
              </a:ext>
            </a:extLst>
          </p:cNvPr>
          <p:cNvSpPr>
            <a:spLocks noGrp="1"/>
          </p:cNvSpPr>
          <p:nvPr/>
        </p:nvSpPr>
        <p:spPr>
          <a:xfrm>
            <a:off x="7616525" y="46107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89884892-7424-4E3B-980C-81C42739B213}"/>
              </a:ext>
            </a:extLst>
          </p:cNvPr>
          <p:cNvSpPr>
            <a:spLocks noGrp="1"/>
          </p:cNvSpPr>
          <p:nvPr/>
        </p:nvSpPr>
        <p:spPr>
          <a:xfrm>
            <a:off x="7616525" y="423032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82B93500-5166-4BC4-80D0-8FD1941394B1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6ED946E9-A07E-43CA-8148-2CCDAAB77ACB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C7038BB6-DED3-48D8-A7B8-8850F42232AB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CD9D37FE-C824-47E2-B016-FBE6AE10F231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BF3B39F3-599A-44C7-8FF8-5CF76028BCC2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076B2EA3-5EBB-4FA6-8239-5166EEB36F67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A339155F-4731-4668-9C94-DC7DF97255BE}"/>
              </a:ext>
            </a:extLst>
          </p:cNvPr>
          <p:cNvSpPr>
            <a:spLocks noGrp="1"/>
          </p:cNvSpPr>
          <p:nvPr/>
        </p:nvSpPr>
        <p:spPr>
          <a:xfrm>
            <a:off x="8313523" y="5452603"/>
            <a:ext cx="191" cy="242621"/>
          </a:xfrm>
          <a:custGeom>
            <a:avLst/>
            <a:gdLst/>
            <a:ahLst/>
            <a:cxnLst/>
            <a:rect l="0" t="0" r="0" b="0"/>
            <a:pathLst>
              <a:path w="191" h="242621">
                <a:moveTo>
                  <a:pt x="0" y="24262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D0149224-87EE-4D92-87B3-C48E351858A2}"/>
              </a:ext>
            </a:extLst>
          </p:cNvPr>
          <p:cNvSpPr>
            <a:spLocks noGrp="1"/>
          </p:cNvSpPr>
          <p:nvPr/>
        </p:nvSpPr>
        <p:spPr>
          <a:xfrm>
            <a:off x="8179015" y="569522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5C79A100-6BD6-44B8-91BF-F6C955D4C666}"/>
              </a:ext>
            </a:extLst>
          </p:cNvPr>
          <p:cNvSpPr>
            <a:spLocks noGrp="1"/>
          </p:cNvSpPr>
          <p:nvPr/>
        </p:nvSpPr>
        <p:spPr>
          <a:xfrm>
            <a:off x="8179015" y="54526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EB2B6365-2E10-4BE7-8CB0-B0522F236D8E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6A559B2E-CDA9-464A-83CF-F13FDFADD1EE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86A3C1C9-52F4-4A21-9DDE-4080C76F7CE2}"/>
              </a:ext>
            </a:extLst>
          </p:cNvPr>
          <p:cNvSpPr>
            <a:spLocks noGrp="1"/>
          </p:cNvSpPr>
          <p:nvPr/>
        </p:nvSpPr>
        <p:spPr>
          <a:xfrm>
            <a:off x="6978221" y="402275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54BEAFDE-443E-4139-9869-4BE2F666075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E8BE4489-30A0-4F9A-B147-506F451400B8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38C92C7-FC77-4926-AA89-4E54340FEBE2}"/>
              </a:ext>
            </a:extLst>
          </p:cNvPr>
          <p:cNvSpPr>
            <a:spLocks noGrp="1"/>
          </p:cNvSpPr>
          <p:nvPr/>
        </p:nvSpPr>
        <p:spPr>
          <a:xfrm>
            <a:off x="7540711" y="442146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50BFD5AD-2851-4371-97BF-681536B0C832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EB2B7B12-F459-41A7-85F6-D726A6D0EE7D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49A424D2-6F8C-450C-B88D-9FD25DBD173B}"/>
              </a:ext>
            </a:extLst>
          </p:cNvPr>
          <p:cNvSpPr>
            <a:spLocks noGrp="1"/>
          </p:cNvSpPr>
          <p:nvPr/>
        </p:nvSpPr>
        <p:spPr>
          <a:xfrm>
            <a:off x="8103201" y="55785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089E55BC-CF69-468A-9670-D056DA5D9BB4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B78943D7-D946-449F-ABAA-6D35100EE2F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2A263633-6124-4F22-8BBD-7F251D4D217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F0CDCD9E-77CB-48BA-821C-B397C5AEB78D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C01C0698-4E92-4CED-9040-92A08D19A910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8E5D0714-1F6E-4813-9BA9-0B1B08C72CA1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43D71D67-8E92-4800-BBE3-0424EA993745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CB89BFBF-F311-4A87-B47D-2676B1623EBC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38069107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BE50AA35-0981-458C-9F49-2AEFE0D232C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D6703F13-E6D4-475C-896A-BEFA87D07DA4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B1FA257D-EC4F-4215-98AC-AF68F3F8CE1F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EC52A212-9043-4399-8C77-40D2E6EC31CE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F0C84BFE-6A08-4D11-B52C-D20BCA16A27B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627E69D1-A343-4CDB-8722-B6ED25D8371C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F20CCA7D-D0EE-4C27-B84A-D0E878E02345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63E2CADE-FF93-45FC-9605-33477DC8C53E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C751303C-652A-48BF-BEB9-6058DE2F0AEA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8C45DA2B-AD03-467E-8FE4-8F1BBD411FBE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E4DBBB84-1A20-4CEB-ABA8-29313968B0F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0236CA80-00A1-4001-AEC5-3EF91C92896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3D40ED30-2C5D-4677-93D6-33836D8829F5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8A555162-6DC1-4575-9A5A-39E985B0DCC2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5FD4FA5-D8ED-4E97-A17F-0BA4D9201115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CAA66D3F-5691-473B-80CF-EBA3800E3D0B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40ADF7C-4734-4B25-A745-B62876CCD0B3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9A5D8F10-DF48-40DB-A864-312C336DE273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0DAE594D-E35C-43E3-ADDA-7C6892BB9CD0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6B531FAE-994C-487C-A9C8-7726A52BE81E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DDED9CA0-C725-4B1B-A237-E358AE6F0F8C}"/>
              </a:ext>
            </a:extLst>
          </p:cNvPr>
          <p:cNvSpPr>
            <a:spLocks noGrp="1"/>
          </p:cNvSpPr>
          <p:nvPr/>
        </p:nvSpPr>
        <p:spPr>
          <a:xfrm>
            <a:off x="6941048" y="3852215"/>
            <a:ext cx="494991" cy="2181351"/>
          </a:xfrm>
          <a:custGeom>
            <a:avLst/>
            <a:gdLst/>
            <a:ahLst/>
            <a:cxnLst/>
            <a:rect l="0" t="0" r="0" b="0"/>
            <a:pathLst>
              <a:path w="494991" h="2181351">
                <a:moveTo>
                  <a:pt x="0" y="2181351"/>
                </a:moveTo>
                <a:lnTo>
                  <a:pt x="494991" y="2181351"/>
                </a:lnTo>
                <a:lnTo>
                  <a:pt x="494991" y="0"/>
                </a:lnTo>
                <a:lnTo>
                  <a:pt x="0" y="0"/>
                </a:lnTo>
                <a:lnTo>
                  <a:pt x="0" y="218135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21A05175-A857-4381-B35C-16ECA4ABE5AC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EAAA32AE-4F26-4247-AD46-6E781EB40CAF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544E6322-6278-47FD-A527-00BCE8597DA1}"/>
              </a:ext>
            </a:extLst>
          </p:cNvPr>
          <p:cNvSpPr>
            <a:spLocks noGrp="1"/>
          </p:cNvSpPr>
          <p:nvPr/>
        </p:nvSpPr>
        <p:spPr>
          <a:xfrm>
            <a:off x="7503538" y="4232921"/>
            <a:ext cx="494991" cy="1800646"/>
          </a:xfrm>
          <a:custGeom>
            <a:avLst/>
            <a:gdLst/>
            <a:ahLst/>
            <a:cxnLst/>
            <a:rect l="0" t="0" r="0" b="0"/>
            <a:pathLst>
              <a:path w="494991" h="1800646">
                <a:moveTo>
                  <a:pt x="0" y="1800646"/>
                </a:moveTo>
                <a:lnTo>
                  <a:pt x="494991" y="1800646"/>
                </a:lnTo>
                <a:lnTo>
                  <a:pt x="494991" y="0"/>
                </a:lnTo>
                <a:lnTo>
                  <a:pt x="0" y="0"/>
                </a:lnTo>
                <a:lnTo>
                  <a:pt x="0" y="180064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BF0D7923-E76F-41EE-B456-6DECE3406979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7E0A378C-8B1A-499C-A7AB-285CD73E1325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724526C0-A6AC-4A18-B747-28C51EF44475}"/>
              </a:ext>
            </a:extLst>
          </p:cNvPr>
          <p:cNvSpPr>
            <a:spLocks noGrp="1"/>
          </p:cNvSpPr>
          <p:nvPr/>
        </p:nvSpPr>
        <p:spPr>
          <a:xfrm>
            <a:off x="8066027" y="4976123"/>
            <a:ext cx="494991" cy="1057444"/>
          </a:xfrm>
          <a:custGeom>
            <a:avLst/>
            <a:gdLst/>
            <a:ahLst/>
            <a:cxnLst/>
            <a:rect l="0" t="0" r="0" b="0"/>
            <a:pathLst>
              <a:path w="494991" h="1057444">
                <a:moveTo>
                  <a:pt x="0" y="1057444"/>
                </a:moveTo>
                <a:lnTo>
                  <a:pt x="494991" y="1057444"/>
                </a:lnTo>
                <a:lnTo>
                  <a:pt x="494991" y="0"/>
                </a:lnTo>
                <a:lnTo>
                  <a:pt x="0" y="0"/>
                </a:lnTo>
                <a:lnTo>
                  <a:pt x="0" y="1057444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81C2F158-AB0C-4FE0-8B36-9EF350A1BD16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E4DDADDE-29F5-443B-9F6E-0C089EFB2619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9597E32F-3019-4F4F-9AD2-7C383F7EFD5B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DE4329A6-FCED-463C-BA5C-1123CA28A06D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5537651E-6681-420B-9A98-45FB339F04E9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5FDAD768-EDCD-4562-BA4F-685C54B962BD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78F9EF22-06A3-4823-8C4E-C1A9DFAD0E12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DA572CC4-EB68-4EB6-BBA9-9C8D76D4C2D8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AC587A4-924D-4E97-BE05-7DC812D94A1A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E2A0FF84-7F6B-4913-A3F5-AE61A69B08E5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E54F76B7-2307-402C-BDA4-86EDBFDCBF36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4F8C9FA9-FDCE-41C8-A6FC-91BECE189D05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00737C00-9B90-41A6-9166-F85B206B2AA5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1ACEC9A5-9DE9-4A97-A66B-77F6D0077D4C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3C62D70D-3FF8-4491-8E40-5EA265A04058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D915C51C-B998-468F-99F0-2B9B24C22F13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395AE83D-14BD-4BA3-A9CB-E1871153AD46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CB4C9267-3CB7-4ACE-A37F-584E23FFF3F2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71582C9B-712A-44EE-86C8-01FD48DA8779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5D2DA934-B80B-454D-9ACD-330F62F8B320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3511AFA-A99D-40E5-B1BE-352F77E4293F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A0968BA-4D26-4718-86BB-24ECE7AC289C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335F49C9-A168-4193-A7C3-43749AE5CFC7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CB207478-C53F-4BA4-8A28-474D93C560E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A30C6BD5-E8AC-4D25-9DF5-44514A3D218E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686EBC8C-836A-406A-9C06-835040CC870C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D63BF60A-DAF4-4032-827D-7468FEC3F452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2E29711A-5EF5-4AED-B54C-71EC7D37B0A5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FF3A5E0D-1190-45F0-8FB9-69BC65896C53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7ABECCFA-8300-4AA2-8BAF-A2A74380A328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156B1D4D-3165-43AA-A5B0-DE9D884FD835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F93D788F-1CB8-47B6-8D45-41C30D14D1B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51F1950E-F2E4-42D1-8D7B-1495958DFC33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1FBE1CEE-96AD-43EF-A631-B6F581CA5E07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A05192A3-0839-4C6B-88C9-AF85668E1CC0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EDBB43D2-7598-4CA7-A10E-3ECD9DE21163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8EB52069-D0CB-4B5A-ADAB-8C31770EB895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81ECB458-7C40-4ABF-AB35-219864E80753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AE147C57-72A2-4AA3-A721-10352C29E78E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CE426DF5-6685-4AEB-8AAA-3EE463DAF137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B5FE72B2-5F72-4436-80AF-8667C53DDE5E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7361B444-92A9-41B6-9279-4C5B05A6DCE2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259903CF-24E9-4347-A35F-88D8D0BA9B31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7A591295-A6F5-4F5E-B17B-1C916F60B59E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3E3BB997-AC94-4B14-A50C-0675E8AFBF7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863A2771-69F0-4380-AE12-E6024DEFFA41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3BBD7FCB-B20A-4E00-ACBD-09733A81D104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FA569271-32EE-447D-9A9F-AD77BF4BD7AE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DDD85D23-D985-47ED-87BB-0539D1153EED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6FDEE5C3-B9FB-4A63-8B3A-CEF89319FDD8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0A9C66CE-2DC7-41DE-B7EA-AA1825E9D973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391B6558-5868-40D8-B6F0-B95DB053A065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A4704C7C-F4AA-4CEA-A8DD-81E36061A58E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27E5B749-0274-40D0-B767-1E8C46E6112B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A2DE8AAD-C0BD-45BD-A92A-5081D64ADC85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48EDEE01-C4F0-4580-A3EC-7B133D4636E3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C563CAFA-E0D5-4AD3-B046-034FF27FB80C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E1B9C9A5-55EE-4BF6-988A-53E3609F582D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C8A49139-73B3-47D4-B529-FDE4F2A43313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3954FA12-CE76-4B2E-9C28-67767C26239C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90BCFC2B-CE7B-436D-BECC-3E557B6EBAF7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92C40C35-8DB7-4193-B598-27FF01AC4200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1FDE4291-70DF-4008-9752-A1F5DB90E5AE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819C7212-FE31-4743-8DE6-1CC6E9A42F92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BD071F79-5D06-4C61-8CA5-6EADFED57DBF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A290B7BC-1307-4D67-980E-6198862408B5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299EE3B7-3CA6-43DB-9C29-0C72A36C34B4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769D2461-60C9-44E7-8070-26E7775738AE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94660B80-3E18-4C25-8A63-EAC0B9F6EBD2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C63B7768-2F09-4989-87EE-D47CC1716DB5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65927F1-C8BA-46C6-A4D1-871038BCDA5C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A8AB9AE0-3062-4526-9BFB-E3F3EE7CB5DF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CB30F558-8146-4070-ACA4-CBE7FB3C72C9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0FF1B732-90CF-46E4-A587-287C8EF2BC22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56DE2864-733E-4377-A64D-239C282B2624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CB9EFC7F-68AB-4593-A5B6-54E2A42366AF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FD53A716-B7A8-4712-AED0-4210110A8098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FFE2A3BA-081F-4FC4-B0B9-0A937AE06D49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42B3E769-DDD3-410B-A1E8-130D587A66E1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D4E796D1-B2CC-46F0-9CC8-B702FEDEE857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B796D7E4-7AFA-4821-A816-74B7D75DE64F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6194D23-9DBD-4DDC-BF99-D87CFADCDB6E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F0C281AA-CA41-40A1-9C9D-AE47E1D2ABA1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08B27FA3-64D6-41E4-AAAC-C1B3BA1DFCBF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F37E4F15-07B6-4C89-BEBB-2A93379F895D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FBAF6902-A642-4600-84FE-0CAB5FFE96AA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4F8415C1-F4D9-405D-B019-88520AB842C7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78FF488-F883-474B-B703-5555B7253A16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F8DF375E-BC0F-446F-B388-A9BB1C8C81C8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B4CC6937-7C3C-450F-812E-AE2E8E9910F0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67C7765C-D108-45CF-BEF6-6F7DF9F47768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36DBE48F-6440-4AE6-8467-8195281A4F72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E8189F68-A239-4026-B941-33A3D0533B05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D669D09A-9152-4B7F-B0A7-85C4ED4D8585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DD2F7D5F-75E4-428C-8935-4B50D849F589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63C91BE3-A3E7-4FC3-8E07-AF205D7E6A46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67CB155B-B85C-4445-A7F0-114305D1BEA5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23A12C32-54C8-4A0C-9931-B6F0C6BAB013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0F6B709F-B849-49C4-AF09-CE6E398CE7F2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3B2128D5-E995-490E-A50A-B986FCAF81EA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C583BD82-C30D-405B-BA03-057014AE2CBA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89FF99DB-C5F6-4086-B61E-0F8DCC7C11DB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098E442C-81C0-4F39-A02E-CEDAA18E1F0E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1E03787D-2D8C-454C-84F0-FE7EE4BF84B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759A353A-8DED-4F95-BF19-402AAC0973C0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02B7FBF4-94FD-44D9-8DAE-5102BAD9BDDA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70EA71FA-CBD5-47B3-8B8A-FA950BC26645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1FDEAFCA-5E5F-4FA5-908D-20119B6EF1EC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AB0EFA9B-A1D3-4B40-ACC1-49BC402B0F18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027559A8-246E-474C-9336-3D98C2127F7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4171078E-C842-4B56-9BD1-A6F085FC0C42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11482BE2-DDA4-4D26-AC51-1B767F02E6E4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637AE163-58D9-4EB6-AA52-1740736FF58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391BBF51-DEFE-4A37-8B57-B659978ECB46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22FC402F-B8C8-4870-AD0D-88E6623389D9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D024C0B4-32F8-4CF1-9EA7-66981EAB8D24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3CB75630-C781-4560-86EA-026682DF6BD4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29B6B6EB-43A7-4A36-A4DC-DAAE56BEA630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30384ECA-AC11-4CB3-8EC0-4A49496D170F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F3D2EDDF-BD1D-4FF7-93E5-3715E3619A88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81EF37C6-8184-413D-AD15-B8AB95C03172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BBCDE7F5-48BC-414F-91A9-E6993472A60D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18C5F6F9-410B-436E-B9EA-27250F4C8576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B97B2A20-6810-4D3A-B23E-6AC4151223F8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04AEDD8F-FA2F-4FEA-83E6-BE064443CB87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1FB6EC43-0F40-4DCB-9D38-C90A54A881D6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4D753327-A192-421E-B57D-401B76B3EA7C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B8751F29-0FC5-48D9-9AFB-91FF600E8F2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32B0ACA8-2131-41E1-867D-304EBE2EF73D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A73774E1-1E28-4B4C-9106-9D23B5423092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1D26259D-F15E-459E-926A-DFCF01CC53DF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418F4858-6709-4AF0-AF9F-70C227534342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1F6FBECE-1661-483A-AF8F-81909954B8AF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3493A4D2-18EA-432D-82DF-F2DDF2D46F9A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F6F72232-428D-4F2B-90BF-AAD031D53439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9C200031-A455-4858-9280-276BAE96EBB4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1880689B-2FEA-4B80-8F5B-189BC5168DE1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413BEE44-10FF-42BC-800A-44C1224812B3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547445C-AD8C-4F15-8796-1EDE58DD022B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9CB814FF-37E1-4BE9-BC5F-A659F31760C7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9BA1A8EE-A695-4A75-8F72-05332AE687CB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52249DF7-5670-428F-9DE4-A65DB12D7D88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3B9BF-0FC7-4A0D-A0A7-FA6730C679D4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2D599210-BD80-4742-85F6-FEAD14E91456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65719BF4-69E1-489A-99A2-DAD18A015A7D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3ABCDD4C-AECB-426D-8D3D-8F97B776FE11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8BDF8BA5-B5FD-400B-ABDA-955179452EA2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7394D24-4C72-42AB-B47A-DFD821394B0B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74B5090E-009C-4F9C-8C48-CBA680088C65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FAE897E5-E489-4D87-840E-601C9BEBFA1D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98659899-9FED-419F-A1CC-80B7FFC8FC99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5280F738-30BE-4840-9EF9-6CA63FA9EC78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684FBE2C-3452-4E3F-AABE-94E4AF093139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B28DE169-938E-490D-9C87-13E473BE4A23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87A044E3-67C8-48C7-B696-7C65E0E74562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BB02081E-7A71-4BF5-B857-DC2FFFB56112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879E65F0-7FEB-4EDE-8A86-271312E39935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D453FD6C-1106-4671-ABCA-BDB35D60DE85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7F07CB7B-B0BF-4877-8C70-8432693A34BE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B2672079-C367-424B-8511-B882F835997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207EF426-FD50-498B-A13F-FFCC05B99E5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CEBDF7F-427B-4881-9DA3-95BFCC20AAEB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04CDFE65-2B3E-4B9F-8CB1-CA8B4DE88445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2E05C82E-661A-4191-ACEC-769C80047235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F02F3924-6A93-458B-A7B0-852BAE593F12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21D7E0FF-BBDE-4EB1-BAA1-603638855DFA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658F8AFB-1E10-4DA9-B482-9E339BAC7D33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7A634904-7E87-4D6E-9686-2FCC53FA74CE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6527C59C-1CD1-4005-B1F9-EE6C7AD3BECD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879E3A65-7578-43A5-8BD0-89DD132D95B5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194C1851-BEA9-4A4E-8F32-EBA6977DE6C7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6A37F1FD-D549-49E8-AB52-F303304655DD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5E015C74-CC4E-477B-9623-0F8FA68029A5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21C6EB1A-1345-41F7-8F07-A8C2A3523017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862B8BB5-6590-4DE0-94DB-7F2991B88182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6FE74FE0-BC14-4287-A250-FCE498AFD706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B15FF0A4-C60F-4120-B711-075F5848888E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34490B3B-B1C6-41A5-8567-BB239405B9C7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30978C60-9BFA-4EC8-BFA8-5481A1B2DB1A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243D0FB8-C6F7-4894-BF8A-9A1326E030F5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ECE83CC0-322B-431F-A8C2-66765AF08D41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B3EDC810-A6AE-4667-B117-5A6F575DCEF0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610E75AB-3C3B-4F57-927F-D52F9933CB40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481F1FFC-8554-44B1-949E-D9A869392121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118085BE-6C87-417A-82C9-52FA26DF80D7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9E031A4B-6759-41CC-8D13-F2E6D6FB9F32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DE232185-F0DB-49E2-9122-A0BE589D46DB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B75EF6E0-A7C9-404D-835B-8423452CEA68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4B4849EA-5804-4D0D-B18C-12906D10B95C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9396E5F5-1AE8-4FCF-9810-B205F0215962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E7A85F2A-8EBD-405A-8101-71E579DCDF8C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EA32EB32-F088-458B-8495-47146CEBCF12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3BDBF84D-56A1-4B47-A5F9-B8A0E783E458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B8571B5D-7766-4D9C-A09A-73AD91E7E421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C425005B-08DC-4A6F-A515-1DD4E46036AF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699641A8-9ECA-428B-95AB-510C767B61D6}"/>
              </a:ext>
            </a:extLst>
          </p:cNvPr>
          <p:cNvSpPr>
            <a:spLocks noGrp="1"/>
          </p:cNvSpPr>
          <p:nvPr/>
        </p:nvSpPr>
        <p:spPr>
          <a:xfrm>
            <a:off x="7158368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2DA54CEE-28F8-4F90-86FE-A959BE6A2878}"/>
              </a:ext>
            </a:extLst>
          </p:cNvPr>
          <p:cNvSpPr>
            <a:spLocks noGrp="1"/>
          </p:cNvSpPr>
          <p:nvPr/>
        </p:nvSpPr>
        <p:spPr>
          <a:xfrm>
            <a:off x="7059447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1D467DE3-08FD-40B1-9491-D349FC4F8028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F2772874-32EC-4200-A50D-5773A0DDF3D6}"/>
              </a:ext>
            </a:extLst>
          </p:cNvPr>
          <p:cNvSpPr>
            <a:spLocks noGrp="1"/>
          </p:cNvSpPr>
          <p:nvPr/>
        </p:nvSpPr>
        <p:spPr>
          <a:xfrm>
            <a:off x="719366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BD5E38FA-CEE4-4570-9252-469D3EE72F20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52F77FCA-3FD2-4616-910D-8222DCCA23C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20F00D1B-4077-4708-BE29-D0B77F4007C1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5BB1D153-4432-4A5A-A9AA-3AD5B265D428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499979FC-EE4C-4FEE-AC07-CB541FDA81C8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1C010AB3-AE39-4479-AA27-0F02245EC258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1964A385-4A1D-4C00-971B-F11A1987ABCA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A52E6A85-AD64-4E08-B49B-3399E9B25A89}"/>
              </a:ext>
            </a:extLst>
          </p:cNvPr>
          <p:cNvSpPr>
            <a:spLocks noGrp="1"/>
          </p:cNvSpPr>
          <p:nvPr/>
        </p:nvSpPr>
        <p:spPr>
          <a:xfrm>
            <a:off x="7095487" y="5053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58C8C15C-C5BE-48FD-BBD8-8B01C7BAE55A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4EC7AEE9-E943-4513-AB67-36FE7BD902AC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96356BBC-9400-4D57-BCEB-749F150770B3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DAC31587-AAED-49A4-8116-4C72367F8D27}"/>
              </a:ext>
            </a:extLst>
          </p:cNvPr>
          <p:cNvSpPr>
            <a:spLocks noGrp="1"/>
          </p:cNvSpPr>
          <p:nvPr/>
        </p:nvSpPr>
        <p:spPr>
          <a:xfrm>
            <a:off x="71732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DA906843-5A77-4997-B960-6E8E5905C8FE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AAAC35AC-BF1B-498A-9EA2-BC8A46941283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19C9E394-FF99-4750-963D-F7EAF080B32B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2FBCCAD9-B3DE-4EDF-AC9D-E619F664B346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7F9B6CD6-6B5C-4808-BB78-DF0E56F53FF5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9A4A0D15-EE9F-4ECC-BBB0-FCB94E4E9749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BED030E6-84BB-4729-9DE9-FE03AF649A92}"/>
              </a:ext>
            </a:extLst>
          </p:cNvPr>
          <p:cNvSpPr>
            <a:spLocks noGrp="1"/>
          </p:cNvSpPr>
          <p:nvPr/>
        </p:nvSpPr>
        <p:spPr>
          <a:xfrm>
            <a:off x="713039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3427BE79-A0A0-4B85-8A08-176966109469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95B5C3F1-5BA0-4268-9047-232CE5805026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E2399308-47D0-4D50-81A8-E4DBA8027CB0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C40542D0-B4E5-47A7-B887-9C68AAAE605F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C69C690C-8EDF-41AE-8F2D-6481A8DB6106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AC6C40AC-C310-41CB-8AFB-7C9E3F6B502C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2CECF140-6046-4E33-87F9-8EC92D91F277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80E126E6-48C6-4239-B183-814AE1AA08AE}"/>
              </a:ext>
            </a:extLst>
          </p:cNvPr>
          <p:cNvSpPr>
            <a:spLocks noGrp="1"/>
          </p:cNvSpPr>
          <p:nvPr/>
        </p:nvSpPr>
        <p:spPr>
          <a:xfrm>
            <a:off x="7337082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5E3DAA55-7B95-43C3-90A7-86962C1783D4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660C4BF9-453C-4DE3-9A2F-64FF80E83F98}"/>
              </a:ext>
            </a:extLst>
          </p:cNvPr>
          <p:cNvSpPr>
            <a:spLocks noGrp="1"/>
          </p:cNvSpPr>
          <p:nvPr/>
        </p:nvSpPr>
        <p:spPr>
          <a:xfrm>
            <a:off x="71565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1CD42A9A-2140-4439-8E28-52792C8DC81F}"/>
              </a:ext>
            </a:extLst>
          </p:cNvPr>
          <p:cNvSpPr>
            <a:spLocks noGrp="1"/>
          </p:cNvSpPr>
          <p:nvPr/>
        </p:nvSpPr>
        <p:spPr>
          <a:xfrm>
            <a:off x="71033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4233A558-43D5-41F4-98F3-00E36AD87881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FA29CCB5-78E2-47E9-9C6B-83A00289FAA8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38F78D0C-7A82-49C5-98FB-7C88041F89D1}"/>
              </a:ext>
            </a:extLst>
          </p:cNvPr>
          <p:cNvSpPr>
            <a:spLocks noGrp="1"/>
          </p:cNvSpPr>
          <p:nvPr/>
        </p:nvSpPr>
        <p:spPr>
          <a:xfrm>
            <a:off x="729004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5748A881-D7DA-4A0B-AD55-3D13B5830120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410BB776-8C38-4EC1-929D-DDD9B008441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6016575F-7B16-4257-8E61-5E7BCBAF6616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B1C1A960-7E28-40FD-9421-31AD3D21E096}"/>
              </a:ext>
            </a:extLst>
          </p:cNvPr>
          <p:cNvSpPr>
            <a:spLocks noGrp="1"/>
          </p:cNvSpPr>
          <p:nvPr/>
        </p:nvSpPr>
        <p:spPr>
          <a:xfrm>
            <a:off x="7018460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F63C93C1-912F-440E-BE37-02E57E72FB12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EF92DF37-A608-4A23-9E88-62A7E06BE325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B41D2853-8910-4859-B7B9-2D6C63C9D62A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FB38484-6209-44B8-8752-87DB76ABAFDE}"/>
              </a:ext>
            </a:extLst>
          </p:cNvPr>
          <p:cNvSpPr>
            <a:spLocks noGrp="1"/>
          </p:cNvSpPr>
          <p:nvPr/>
        </p:nvSpPr>
        <p:spPr>
          <a:xfrm>
            <a:off x="6991503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99D2C1D0-231C-4DE0-8C73-482EF9260B1A}"/>
              </a:ext>
            </a:extLst>
          </p:cNvPr>
          <p:cNvSpPr>
            <a:spLocks noGrp="1"/>
          </p:cNvSpPr>
          <p:nvPr/>
        </p:nvSpPr>
        <p:spPr>
          <a:xfrm>
            <a:off x="7165674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4A9FD22F-5F08-4DC9-B28C-A512381F1E8E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A394C7E0-19B2-45E2-A383-B02D9582EF90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37DEAEC7-DC89-4462-B05B-7F783CCFCDE7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64389DFC-2D15-4C54-9C48-675097FE5E98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D0B9923A-7883-48FF-BF61-84D820FB7E2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BCE2C88E-BA6F-4187-8F2C-74F204F75714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E95FFDF7-0B48-4822-9162-34CCBC5CADE7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1B136503-A8FA-4B02-95C1-4CB05891CB96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8A0017C0-01E2-4D13-BC27-5B566385632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0F4E2B43-D14A-4C4A-B7FD-DEE56EC97DE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ED0D5618-894E-4E7D-9908-D72A9B9F2484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9C135507-BCF9-4E50-A536-EA02CCC889E2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73C9CF0B-3C0F-4029-99CB-A28D5B2BD430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7472D4F4-84DF-4CCE-A234-064534542A7C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8F382554-8E94-4318-A30C-D4031BA0A65E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47A36197-96F6-4252-A00C-081040E09189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E030DD75-AF58-4E12-8F89-BB1BA18F8D73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A2E14195-F697-413C-9C80-817EFE88DC8F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A4B26424-71A0-444D-B8D4-62399334ECA7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E081DC5C-2B65-4334-8A84-33E1DE1E4BE4}"/>
              </a:ext>
            </a:extLst>
          </p:cNvPr>
          <p:cNvSpPr>
            <a:spLocks noGrp="1"/>
          </p:cNvSpPr>
          <p:nvPr/>
        </p:nvSpPr>
        <p:spPr>
          <a:xfrm>
            <a:off x="7209464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52EEB359-7EAC-4D1D-A804-877DC6671098}"/>
              </a:ext>
            </a:extLst>
          </p:cNvPr>
          <p:cNvSpPr>
            <a:spLocks noGrp="1"/>
          </p:cNvSpPr>
          <p:nvPr/>
        </p:nvSpPr>
        <p:spPr>
          <a:xfrm>
            <a:off x="72391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89A32799-0756-4DBD-A15C-E4818B63D77D}"/>
              </a:ext>
            </a:extLst>
          </p:cNvPr>
          <p:cNvSpPr>
            <a:spLocks noGrp="1"/>
          </p:cNvSpPr>
          <p:nvPr/>
        </p:nvSpPr>
        <p:spPr>
          <a:xfrm>
            <a:off x="7241744" y="596423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3C2FEEF0-336F-4E80-B6F9-1CE414B39B5F}"/>
              </a:ext>
            </a:extLst>
          </p:cNvPr>
          <p:cNvSpPr>
            <a:spLocks noGrp="1"/>
          </p:cNvSpPr>
          <p:nvPr/>
        </p:nvSpPr>
        <p:spPr>
          <a:xfrm>
            <a:off x="7033910" y="53097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53A5BDFA-3507-4A39-BBA1-8B09F78D51A8}"/>
              </a:ext>
            </a:extLst>
          </p:cNvPr>
          <p:cNvSpPr>
            <a:spLocks noGrp="1"/>
          </p:cNvSpPr>
          <p:nvPr/>
        </p:nvSpPr>
        <p:spPr>
          <a:xfrm>
            <a:off x="7317406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CFBACF19-345E-4BA5-8776-435C9583A9BA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AE9B81C3-6C06-48CB-B914-801D6D667A5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5EAB6268-6D4A-4D5E-81C8-6A7106415311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5E67E12-89FB-4C2C-B804-CA8650189E0B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E48CF834-9155-4304-BBF4-434E0233C399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E2B51AFD-ACB9-4639-A2C1-E42E9991894D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6002C139-5B97-4EEC-9FCD-A543D852F075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B822D0CD-13F4-4E46-B5CF-568BD8731599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F6BE1170-F8AC-4985-BCF3-C39C3CF220D0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345C779-1633-4592-B830-B504C55B18EE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0A6C745E-D85B-4CB9-B85E-D0B2883CAA29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DA6C4B88-74C9-4C3A-ADAB-B11735F9391A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F0C4AE9B-211C-489B-BB2E-5A6B2E646B01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A853C91B-03E2-4335-B930-9E06EF7BC104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DCF59C27-BCB5-48AD-8564-BC2EB103600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E5D6C8D7-1E2B-49F4-81F7-E9EEB6494741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24CEAD98-9F40-42FE-B539-426A977A07DE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2A04E34C-BBEA-4FD2-9A9B-4C3F2F8F92B6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A9986E75-4AB3-4F3D-86D6-DF8D4E2BF508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686DDE14-3EFD-41C9-B22C-7B9EC5091342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96B0C331-A59D-40C3-8017-E88452925F67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5DAD5C60-8202-4492-8ACF-410A8E643D35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F921C9AA-F1B6-467E-BC4C-1B4FD89B9D48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1C999ED-711E-47BD-8DDE-9ED6EF88E5D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0A3CD1F0-F1FE-4BEE-B24E-72B41A34E4E1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7D28524A-1800-44B2-BF3A-0448BA7BE50F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B5015CF1-8B95-4FC3-B892-136A10C0CC98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0D6C96FF-EFB2-4511-BB6A-A7247657E1FC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A5EE266A-724E-4E74-956C-63F73C4F7D6C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73537320-0D0C-441D-8E3D-18AE8ECE7997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F621649C-3F03-464C-A2AF-6F63E5ACB54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36182269-B340-4701-AFF1-7F5919521494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7F59187A-BB26-4893-A653-BF30278F2F6F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10B80BAA-A105-4021-A4B6-6C9D7AE4DCF8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128B1B9F-49B2-4BDA-906A-F2BC0C7A17E7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020DFE29-F912-4A17-B386-118081BE4D48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9DE208F8-B101-4A9C-9D08-CE55AA056B57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6C6E5D64-1235-4CE7-A201-DB94ADE58345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EF7A15B2-0930-437D-91C0-9E4A7840CB3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ABC95054-DAC7-4BAD-A045-CA6E331260A4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8A53544A-641A-40C6-A25A-5A0E51B33975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AE1EC7DB-3F41-46D1-B308-6723EE0999EC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C99C1BD6-43D5-4597-9244-A244E695AD4A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5BB7FFCD-B5E4-4575-BE37-5399FD56DD18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940D6518-A210-43F5-A635-E775197626CA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93622FAF-44C6-444A-965D-495B25A56CEB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D3006BD-A7AD-4A8E-9BEC-9C4DB4081412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78487C85-3D3A-4F89-8B4C-D3FE9D17FAF2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114F85CB-DBB5-43CD-BF5C-6399B69D2056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6697B4EA-D286-47F7-B0CA-F8497D7D713D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55A0939F-B1DC-4AEB-B619-8DDBBCD03ED4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8F801476-FB3B-4D08-8FFA-3B6D4BA29B96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CE15A0D-1216-4971-844F-CFB74FA3D28D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6DFFEDD3-A2D3-4F55-BF05-6D8B22421BAF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BDFB43C-F721-453C-9B5C-55ED872D864B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B2FD7AA3-EBCF-4B1B-9249-E834FA7ACDF0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AD18949D-5B2D-4A61-826A-06893BBF0F84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4CA9B279-A0A2-47D0-925B-EC2CF50E9876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E604BF1C-0511-4AE5-B8E1-E99CD1E777B3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72502FF3-7CC9-4BB5-8A23-16A09BEED6DD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87A93F28-E914-4714-B6F5-87B8DD0E758C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4D0D5CB0-DD6E-4457-A9C3-E00B69920C9F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B34A2446-3ADB-4CAB-A592-B50D377564D2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E296CF24-BF39-4068-B034-86337D4AC05B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963EFBCD-70E8-4859-A81D-CE37C9BBE5CB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9D2537D1-DF6A-4CF1-AFAB-81F4BA55CD0F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E08406ED-E532-40B7-8D46-C86758F0F9EE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1E5F1E8B-BCF9-4E78-BF27-C1E11D41A449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E762B05D-B704-46B0-B2EF-5A9C501D7F58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0882F41A-533A-4B0C-9222-942148665B67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73F2D3AC-C4D4-4E82-8951-BC48A39AEBED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C635E834-C624-4A7F-96D7-E729056C8E5C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28CB0BB8-F2E6-4D2D-8996-CFE3806D868C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114453AC-0397-4FA9-8B83-5E9346AB14AA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67C9D884-F50C-495E-9766-606C7E391F27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C282AD0E-08AE-4F25-9664-E70FFF1A6574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36FB8D5F-F3FE-482D-B568-A4E5D9E909FB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DBC9AA9C-7BA4-4BC1-9E36-00F0284A1398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D8379571-CE0A-412A-BE1B-0A4A52B48CD4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0AB22DAC-9FDE-40B0-AB6D-757BDD21175B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276F28C4-E147-45F5-BC16-C0BFDAEB31E6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3BEAFD29-8507-47BF-B95B-106DC148E279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8ECE89D5-85FC-4793-AB13-8E0DF92EE5C5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BCEF4CD0-6711-4CEE-BA58-52F73BE85D41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CB89CE54-8279-4DBF-8539-5886CE0CDC08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B0952D59-2AB2-42CF-9804-F324572AD86D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73FAF2A6-974E-45DD-8488-6F016CBA2B83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C4638FEC-E435-424C-BACD-A2B7325649A6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10800DA-075C-4DE8-A987-494D2BD7B33B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CBD79B80-10C1-4C0D-9417-5A0D580B474E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4A7503A2-C9E7-4BCE-992F-E9EC43E16201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0A4A71C4-07B1-46D0-B04E-6E18A9F6F39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D115A452-A206-4B18-8FAB-5773700A7ACB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172AF022-C060-4EB7-B10C-51F542B9BF36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5212544A-DAA4-4BA2-8DE2-A93661276E05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FCF16E6-19EA-43C8-B2E0-5572BD65F13B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BFF161EF-3C96-4516-A72C-CBE593CBE44B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912DFE52-6489-4C26-8F61-15C8B07E4120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1DF4C3A6-CC98-4529-8FCC-963A74152F40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72AF35DA-B784-4DC4-96B0-9E963CCBF20D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9CB44362-783A-418D-9C9A-5A335AADAFF3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81609CD5-6966-4F07-97B1-EB21EF873D0D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24D525C4-39FC-4BCD-9E79-218B4BE31A15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25EA97F3-BE37-4590-A9ED-47E55BB8778C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A357B400-8F2A-4D54-B205-FFB4B9850DEB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81C249FE-0EDC-4B21-BBE8-6149D8935876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5A9A1444-4723-44AB-81D8-C913070A6866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50ACF02F-583F-47BF-983C-F816E59F1C14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167F8EAA-F1AB-4BE6-965C-A28D92E4D40B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DE260A2E-6060-464E-A604-C18A93E7E615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9FF3E03A-7C55-4884-9C15-F1E0781AB2C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7A893EAA-F448-4BE2-9962-AB78FEB1406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68BC1924-20D9-4F0D-B2E6-B41D72E4BD8A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A3E2DA76-6AC0-4702-B48D-17EE58FED80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FCE3FDBD-91B5-4547-ACE8-8D0F7B766D45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3972521D-FCE7-4CC5-8BD9-F9EA6F694FF5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430AAD21-F93B-4541-AFCF-751FE9DEF517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8A58E3C3-98B6-40F5-9AA8-CEFEC460F3EE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CB32D13E-5AFD-4309-BB1A-A6D76ABB98CF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FED60B1B-D203-4547-AB64-BAAF95B49A34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3ACAB12E-BDB7-49AA-8D8D-8AEBEF57F42D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2559B4D1-9760-4A56-A6F0-55FBE93C67A9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8902063-681E-4897-8EA6-80E7BCDC747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66146664-1132-4FF7-AEE8-559A952D08F3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747391AA-C380-4ACF-BD38-A24EDA796691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188742FF-FDDB-4302-99A6-8FF788ED884D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BF7CE57A-4D99-4D13-B51A-C7CC9B0576B6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9FCE3405-479D-4B52-9590-72BDF3A93A66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01A973F2-36C2-4C46-9581-41BCCF234116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EDE99FC1-AE4C-4988-AEBB-FA5D89183EDA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31463053-E239-44CD-BC8F-C79D71850E4D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5A0CF69B-631A-497D-99F5-8AB844D1949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8B88E4CD-5C2C-45BD-A14A-3E90DF9C9715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0F62A4F6-F633-41B1-9FDF-6AB9A8585FA5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3B6C60FF-A9FA-42EF-B848-6895D6C583C4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BBBF168C-C756-44AF-B122-4D60BE27CC28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F480C87B-C22E-430F-8F45-C58FCD2B1F6F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757A86DD-2037-4632-AC4D-5293C8095357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49D73AFE-BB6D-4FFF-A1AD-934E68A9EDF6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6326D188-B81C-428C-AD1C-B44E9F995DF0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E47E6477-24A4-44ED-8BA7-59F907505D13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BE0A7B70-199C-4B95-A29E-E92D1FD67534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7EB782A-3DE4-4490-B728-C67D5A15F0D6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21EB3E3A-AE96-4B7F-9850-A63B0F9A17B9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51A44871-5C41-4EF1-927F-BA125502DB1B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FEA1AC07-76AB-46B4-A5AC-D1B6153FB47F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3EAE0404-4B05-4EDF-B2E8-FEC1D8B67A0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BC295EB7-C3EB-4608-9605-4D5870716AC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2912CF51-0E7A-45B0-9BAD-A1649B7B5DE7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4423A82-AD9F-4447-B1F4-474A382EDF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85962BEA-812A-4298-8CD3-354FC53C5089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128EF931-A879-481C-9779-89FBF24E5912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3DB04AAD-3EFE-41B9-8C54-7BF56A94B77C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455406DB-0AE4-4376-9ADD-FDB10FEC9EDA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8662CE92-EC45-4E40-B4CE-43FABD373D8F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4A73BEE3-D266-4211-8602-9035B1410C87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3F1EBB42-8EF6-48B5-BE35-7915927C24E3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271E6ACF-8B85-4723-B11B-FC25659509F6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AF6633B5-41D0-4A8F-BF30-5B04916BF37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6443134D-5729-4F7E-B5CE-CA55865D332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0FE1A674-1F3D-4496-A1C1-2345C8E724A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765E5625-15E8-4C8C-B72A-AA531AF34031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A51A0A5D-69E7-4161-BC8E-0477D538947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F0E31A8C-BAAC-4D05-B532-2A74A02A4AE7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041E007B-F60A-43A9-90C9-2AA6C8176EC2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A77E92A-E028-457D-B9BD-0B4F22BF3B84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A2C0F654-E7A7-486A-A664-8192ACBA7065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DC23DF25-6C05-49B0-B04C-2454FE709008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12999FF7-71B9-4135-8E45-2AB91AD43892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5C0C9DDC-A9BA-432A-888A-BC1367B7DBCA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5FCC9D75-A0FD-4947-838B-9BE83A1E64BC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A8C96734-8887-4F23-8DEB-C690F89D1C24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4F32A0A0-8029-4494-9930-B1E0CE969DCD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E4225257-63D8-4E11-8F85-D72792A9978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E181E0C7-322E-4274-997F-6441AF84F351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B05A51A9-F839-4375-B686-053DD9A2C803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5FDFE5EE-605D-4475-9D7C-29F812E641EB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17E9270F-8B94-4B0F-9766-227914BCAC62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FF736E12-AD4D-4A41-B7ED-818111B16E03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E0542C3-FF1F-4D94-8FBD-551E386506A4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077B2924-841C-47F3-B82E-1103B3DAE7A4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6B57950B-5D30-4C51-BE2D-2EA36948DDA7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5B0DD37E-E861-4996-BD43-16F8F5D613CA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BD6D7250-4FA6-478E-B63C-9A624C7C9023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3BA514C-E2B3-4579-8DC1-119685BB4C18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485396DD-F36A-40E1-86DD-F922FFF122F1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771AF669-091D-48CC-BD1B-8555656EF5C4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E330FC34-0A05-4F31-AAE5-7EF277CFA932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B0FB0163-240F-48BE-9C16-4F506784360E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07D9E20B-D146-41D3-8DC4-AA843D442E5A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7AE66E60-94A9-4884-9EB4-1976D22F6342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79456528-D218-4F42-80BC-29408C627E8D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5DA91021-DF22-4D72-94F3-4D156B4F7EE4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6A4BF950-0D57-463F-9747-432B61717047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30ADE70-C622-4483-A451-537630EB8BDC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2669C182-FAAD-4B4B-8AFD-4413F2D11929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7A076BCB-D6EB-4EDF-ADAC-6F2B0C915E1A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D4E7004F-403C-4DCD-B39A-D4E6CB40AD0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C95D6B6B-5A5C-4B45-BF7C-2C523B0DB569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180FBE11-1AF5-48CF-9C62-2437EE76203F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ACD75861-B51C-457A-90BF-B1B9067CFD8D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369ABAA7-AA77-4541-85FF-EA66F0B4FABE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3FE7860A-9289-4C58-A7EC-B94066385670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9E1622B7-FD14-492E-A5CC-8D7A16AA7DDE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A0D054B8-D71B-4374-9347-721246EE5420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B36117E4-9734-463D-B7C2-C3F1B0CA2182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CC0313E3-7316-46AF-A1DA-F1DFD4BC40C8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22F245AB-0767-4A75-8FF3-DDEC19B208FD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D2C0BC17-7886-411B-AD68-4BAB26A1D296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C9604527-2EA5-422E-A670-FB6A3786BC7A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208E9310-B909-4C1C-8B40-4C884E207F40}"/>
              </a:ext>
            </a:extLst>
          </p:cNvPr>
          <p:cNvSpPr>
            <a:spLocks noGrp="1"/>
          </p:cNvSpPr>
          <p:nvPr/>
        </p:nvSpPr>
        <p:spPr>
          <a:xfrm>
            <a:off x="7837159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B2F1FB98-1963-4EB9-827A-7951D920BD6C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2E7B3BD9-7A25-48B9-82C0-07899C5B608E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0AF160DD-1EAE-473B-92B9-6F6BABE96317}"/>
              </a:ext>
            </a:extLst>
          </p:cNvPr>
          <p:cNvSpPr>
            <a:spLocks noGrp="1"/>
          </p:cNvSpPr>
          <p:nvPr/>
        </p:nvSpPr>
        <p:spPr>
          <a:xfrm>
            <a:off x="773073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65B6734A-6E26-4C2F-B801-0646DB54F4CA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4181E8A1-CE34-4141-954C-A16832126D32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ECBFAA12-0DED-4400-97B2-248E1963105D}"/>
              </a:ext>
            </a:extLst>
          </p:cNvPr>
          <p:cNvSpPr>
            <a:spLocks noGrp="1"/>
          </p:cNvSpPr>
          <p:nvPr/>
        </p:nvSpPr>
        <p:spPr>
          <a:xfrm>
            <a:off x="77377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E9A15FC3-045E-440C-8BB8-273C3DE2A114}"/>
              </a:ext>
            </a:extLst>
          </p:cNvPr>
          <p:cNvSpPr>
            <a:spLocks noGrp="1"/>
          </p:cNvSpPr>
          <p:nvPr/>
        </p:nvSpPr>
        <p:spPr>
          <a:xfrm>
            <a:off x="7871282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4584CB34-3324-4B90-A6EE-1AD283E14577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BC26A61D-58FA-4FB3-97BB-6A597CD0FDB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49E5138F-BF65-479E-AFD8-532A53514F26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F0F0744E-5AB2-4DE6-A812-AC3E64B4EFCF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F2BD2DF4-8486-46F0-96E3-FBE2324F5193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F3B3496C-98B2-403E-BD27-B3A562E72271}"/>
              </a:ext>
            </a:extLst>
          </p:cNvPr>
          <p:cNvSpPr>
            <a:spLocks noGrp="1"/>
          </p:cNvSpPr>
          <p:nvPr/>
        </p:nvSpPr>
        <p:spPr>
          <a:xfrm>
            <a:off x="7592656" y="51483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57EB9B29-D891-4D7D-9706-169BE2D98BDC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AC75DE19-FF5B-480E-81E6-843335546C7A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5A7AEEDC-0F00-44B7-A076-DE7DFC3A2690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50C3E920-75AC-4066-A9F4-511F89A147FA}"/>
              </a:ext>
            </a:extLst>
          </p:cNvPr>
          <p:cNvSpPr>
            <a:spLocks noGrp="1"/>
          </p:cNvSpPr>
          <p:nvPr/>
        </p:nvSpPr>
        <p:spPr>
          <a:xfrm>
            <a:off x="7896469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02C5AA45-8697-4631-85ED-6DACFD0C72AA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DE83EBA5-B1AC-4AB6-8FA7-6362D158F459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06A4CDB-4EEF-49B3-98D3-CBEE0D2ECCFC}"/>
              </a:ext>
            </a:extLst>
          </p:cNvPr>
          <p:cNvSpPr>
            <a:spLocks noGrp="1"/>
          </p:cNvSpPr>
          <p:nvPr/>
        </p:nvSpPr>
        <p:spPr>
          <a:xfrm>
            <a:off x="756350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17CD59D6-1045-4560-BA40-F973B931B841}"/>
              </a:ext>
            </a:extLst>
          </p:cNvPr>
          <p:cNvSpPr>
            <a:spLocks noGrp="1"/>
          </p:cNvSpPr>
          <p:nvPr/>
        </p:nvSpPr>
        <p:spPr>
          <a:xfrm>
            <a:off x="764003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291E86C0-3EC3-4900-8FC9-47BD5B97EA9B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2188E69C-D8AE-4322-AEBB-16B5870ACC93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84AC5672-943E-4A46-AD26-CBFC518F88CA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2C30685A-F814-4CB6-9A5E-6C9549E82DA1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887B5C8F-00C0-4D72-AC12-2F01635AD1C3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3250BF59-EE65-4219-A910-1A38F069C47A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30126B07-3D32-41D3-97C4-F1E038EEE966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E132A930-B147-47F9-95D6-4EA631EC79CC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C14BBA01-6BF9-4E2B-BF16-5D971BD03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9E02B61B-366C-428B-9A0F-19D8F581D4ED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DCB0B4F7-15A8-4B60-BFDC-C8021E7411DD}"/>
              </a:ext>
            </a:extLst>
          </p:cNvPr>
          <p:cNvSpPr>
            <a:spLocks noGrp="1"/>
          </p:cNvSpPr>
          <p:nvPr/>
        </p:nvSpPr>
        <p:spPr>
          <a:xfrm>
            <a:off x="7677093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F90CBBF4-17B2-418B-B0C2-7B3C1DA41DDA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1A1E18DC-AA58-4F62-8AB4-974204E0CBAE}"/>
              </a:ext>
            </a:extLst>
          </p:cNvPr>
          <p:cNvSpPr>
            <a:spLocks noGrp="1"/>
          </p:cNvSpPr>
          <p:nvPr/>
        </p:nvSpPr>
        <p:spPr>
          <a:xfrm>
            <a:off x="763600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B89D18F9-D539-4684-AF0E-1E5C0A76F16D}"/>
              </a:ext>
            </a:extLst>
          </p:cNvPr>
          <p:cNvSpPr>
            <a:spLocks noGrp="1"/>
          </p:cNvSpPr>
          <p:nvPr/>
        </p:nvSpPr>
        <p:spPr>
          <a:xfrm>
            <a:off x="7861083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A080B785-F259-494D-927A-573F60F2422C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9C8271C5-5E4F-4703-8A45-71FC35116BB0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F37D2EB7-1274-4559-8D0F-C7C94699AEFD}"/>
              </a:ext>
            </a:extLst>
          </p:cNvPr>
          <p:cNvSpPr>
            <a:spLocks noGrp="1"/>
          </p:cNvSpPr>
          <p:nvPr/>
        </p:nvSpPr>
        <p:spPr>
          <a:xfrm>
            <a:off x="766428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D868F94-A00B-4342-877D-27DFA3EC8A3A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7AB88D6F-09C9-47C2-AE95-A18CDE524CD1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F85476C0-0327-489C-B465-4E4D0BE7E12F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6D32B3A1-2E11-44F6-9525-DADCE644476C}"/>
              </a:ext>
            </a:extLst>
          </p:cNvPr>
          <p:cNvSpPr>
            <a:spLocks noGrp="1"/>
          </p:cNvSpPr>
          <p:nvPr/>
        </p:nvSpPr>
        <p:spPr>
          <a:xfrm>
            <a:off x="7758285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9C7AD6D5-4C4C-45D5-B92D-9998B6D4BFCE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6006975-FD37-41BA-B900-54F43729A62C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EA446C3B-5EF7-4BDA-87D2-EA9F62DA693E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8556F229-112B-4BA5-8CA8-6DA3DFD3221E}"/>
              </a:ext>
            </a:extLst>
          </p:cNvPr>
          <p:cNvSpPr>
            <a:spLocks noGrp="1"/>
          </p:cNvSpPr>
          <p:nvPr/>
        </p:nvSpPr>
        <p:spPr>
          <a:xfrm>
            <a:off x="7839489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7E1381FD-E484-4FBA-A924-6A41016C79BA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43CF07AD-D573-4321-A6DA-E5D035D3AF0E}"/>
              </a:ext>
            </a:extLst>
          </p:cNvPr>
          <p:cNvSpPr>
            <a:spLocks noGrp="1"/>
          </p:cNvSpPr>
          <p:nvPr/>
        </p:nvSpPr>
        <p:spPr>
          <a:xfrm>
            <a:off x="7636493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45C14E46-6DAC-4F87-9240-BE18241FF005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CE4A108C-9DC9-4D08-A179-FC6F98417720}"/>
              </a:ext>
            </a:extLst>
          </p:cNvPr>
          <p:cNvSpPr>
            <a:spLocks noGrp="1"/>
          </p:cNvSpPr>
          <p:nvPr/>
        </p:nvSpPr>
        <p:spPr>
          <a:xfrm>
            <a:off x="758709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4071CFC3-FC22-456F-A4AA-F63CDE12951E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12E59579-2957-43B8-A333-281523A22CAA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04567CF7-70B9-4563-8DE0-A68BE4354228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1A7BBC05-39CE-438B-85DA-BE94892BC247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EB8BC96B-7FD0-4CAD-BC41-BC91B70F5E4F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525B4D34-74C5-464F-AD42-0438FCE3AD1A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BC6BD3DE-E822-4F70-8309-12BCFC542EC4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B840DAE7-1E4C-4CEB-A798-D5ECAB69DCDC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DC264A10-440F-4F3F-883B-98AAD1FA8E59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0382FBF-E739-42D8-9E57-D02DE2AF149E}"/>
              </a:ext>
            </a:extLst>
          </p:cNvPr>
          <p:cNvSpPr>
            <a:spLocks noGrp="1"/>
          </p:cNvSpPr>
          <p:nvPr/>
        </p:nvSpPr>
        <p:spPr>
          <a:xfrm>
            <a:off x="788637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4CB5F4B1-A69D-406E-AE6B-767B8CA073A5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4567D788-2A01-4C95-9CD5-B71E2E4D9619}"/>
              </a:ext>
            </a:extLst>
          </p:cNvPr>
          <p:cNvSpPr>
            <a:spLocks noGrp="1"/>
          </p:cNvSpPr>
          <p:nvPr/>
        </p:nvSpPr>
        <p:spPr>
          <a:xfrm>
            <a:off x="767704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7922D66C-6D64-4D20-ACD7-E4BC4C21CDE1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525AC835-2E53-49AD-88FC-881747AC5EF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A5D3DB60-EC62-4365-8BD6-20F341FF54A3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2B93909D-3078-4C85-A058-A2605F66FE0E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745EE6C5-F5A8-4D89-95F3-C09D9DCDB97C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B0E7FF44-1628-4529-BF45-0466C488598F}"/>
              </a:ext>
            </a:extLst>
          </p:cNvPr>
          <p:cNvSpPr>
            <a:spLocks noGrp="1"/>
          </p:cNvSpPr>
          <p:nvPr/>
        </p:nvSpPr>
        <p:spPr>
          <a:xfrm>
            <a:off x="780001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8E2883F6-2A1E-455D-812A-FA19B32CA665}"/>
              </a:ext>
            </a:extLst>
          </p:cNvPr>
          <p:cNvSpPr>
            <a:spLocks noGrp="1"/>
          </p:cNvSpPr>
          <p:nvPr/>
        </p:nvSpPr>
        <p:spPr>
          <a:xfrm>
            <a:off x="7516668" y="59609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43596C39-7B82-4A61-B012-0268B0D3EDB7}"/>
              </a:ext>
            </a:extLst>
          </p:cNvPr>
          <p:cNvSpPr>
            <a:spLocks noGrp="1"/>
          </p:cNvSpPr>
          <p:nvPr/>
        </p:nvSpPr>
        <p:spPr>
          <a:xfrm>
            <a:off x="7888001" y="506765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53B3FF9F-D8AB-4401-898F-F6E32BE9E3D4}"/>
              </a:ext>
            </a:extLst>
          </p:cNvPr>
          <p:cNvSpPr>
            <a:spLocks noGrp="1"/>
          </p:cNvSpPr>
          <p:nvPr/>
        </p:nvSpPr>
        <p:spPr>
          <a:xfrm>
            <a:off x="7630171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E6DC8A0C-6BF5-4FE3-8371-7DD75CD0DED0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13CC73CA-5CF7-400E-B169-5E97E327E38E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74D9BD8D-EB88-422E-9728-AA7F40EA3A0A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6EB6D3B7-24E1-44C5-8349-8BB5A90710E8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AB261CE9-AA6E-4C75-BC07-3538027D7C6F}"/>
              </a:ext>
            </a:extLst>
          </p:cNvPr>
          <p:cNvSpPr>
            <a:spLocks noGrp="1"/>
          </p:cNvSpPr>
          <p:nvPr/>
        </p:nvSpPr>
        <p:spPr>
          <a:xfrm>
            <a:off x="7726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A24EFBC6-8A58-41C7-AF4F-F19FD54AD003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B27C48C4-E5F2-471B-8665-4B89C1A9F4D0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31CB80C9-95FB-422C-B2E3-D17D944E8B8B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7F8AA0B5-2F9E-4A11-954B-B164AC561903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7EF6C14-5EBB-4E24-BCF3-41F77FAC486E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7C79C513-3E96-450B-879F-2C6A038C8BE1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F8D24D28-D44B-4CF6-AB7B-769E05E36EC4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267EAA1A-0B58-4572-8ED8-9477C94EA919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1EB9B153-5F49-43C3-8D95-9843A1D7CA4C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B0847F1-20F7-4A87-B080-BD54DFA7807D}"/>
              </a:ext>
            </a:extLst>
          </p:cNvPr>
          <p:cNvSpPr>
            <a:spLocks noGrp="1"/>
          </p:cNvSpPr>
          <p:nvPr/>
        </p:nvSpPr>
        <p:spPr>
          <a:xfrm>
            <a:off x="784694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67F54002-35C7-4FCF-874B-E0CE5AEB7016}"/>
              </a:ext>
            </a:extLst>
          </p:cNvPr>
          <p:cNvSpPr>
            <a:spLocks noGrp="1"/>
          </p:cNvSpPr>
          <p:nvPr/>
        </p:nvSpPr>
        <p:spPr>
          <a:xfrm>
            <a:off x="755459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1958B5B9-7B0A-4ACD-A754-4D93B78B126F}"/>
              </a:ext>
            </a:extLst>
          </p:cNvPr>
          <p:cNvSpPr>
            <a:spLocks noGrp="1"/>
          </p:cNvSpPr>
          <p:nvPr/>
        </p:nvSpPr>
        <p:spPr>
          <a:xfrm>
            <a:off x="7792762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76862E73-078D-4C78-A7BC-91C03F832E35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6217E106-A873-4E0D-95E1-334B4238445D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DBAE0B63-0C2F-4BAC-90EB-0C34DC82695B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15024340-F1C9-456D-AA1B-C080240CE399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1029E583-1081-4723-8B44-B3D428A575C7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FF83DC5F-7A66-494C-A40E-12E9B2144032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04423E59-C312-4942-82F1-9533C069A497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21EBEA45-28A8-4E10-B740-E2FAE5E67C57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13C21A30-C6DF-47F9-B82F-3C8DCB929845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AD0D6F24-D0DE-49D3-AA2C-93B61AA047B6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1CC038F-E131-42E7-BFC3-CFB99F4912D9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3899F9F4-3634-4357-9718-0201E1CCC3D5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3B002A4D-9D60-4853-A93F-E04C747DB1DC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4693E34B-069D-47B0-82A1-A77FD833CBE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AB4D0E7E-6928-4204-9528-D75C7A15407E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52524EB9-692E-4D04-9DBE-65032FE8091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0A8DF684-1326-45AC-BBBB-1ABA184EAFA6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96D26CA1-D6F0-43D2-A32F-077C4D17C126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B1B9FF8B-FADC-4F2B-8931-435282E196B0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55B8E4F8-7CD3-4693-A8EC-42B75B2C15C3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8BEC68FC-B7CC-4BAF-A002-8EDE975579BF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71BC59B8-46A5-4BA5-B426-F1ED6B44FF4B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899D46BB-4F60-4A6B-A732-F7F6C9F314C2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9F543A57-5986-4051-AB76-40EB63C6C6D2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956E2909-4928-430C-939A-D152C2E45266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8C4E95F3-DDB5-49FE-89BE-240BA4F1D74E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B29491CC-7022-497C-A3F7-3F2663CA76C6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F93A2958-3AA1-41DA-834C-51CAD4DF063D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AD235411-6BB8-48B4-8543-E4669729F271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F0A9EAFC-E8D4-4671-8117-A00ADD063954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A6889656-6F50-4962-A4E4-D361957B2B0F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F92EB2EB-F93B-473C-8EE5-23B0F481F42F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09FAE7A0-8792-4AC0-9323-8541BA282507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A4F2F761-33D6-4FCD-95AA-7CF45828F7F1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F3DF729F-867E-471B-A1E0-F5C9BB0D9BC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9F7D3E81-D72C-4E29-BBBD-E913147C176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DDE1AB7E-8655-4572-A22D-9D10B2839E8A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4D20C16-DC8A-43EE-BBD3-599FAF266896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3648E60D-FBDC-4485-9587-057F882D9F74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50F56938-5524-4BDF-BA47-ECB6512BE354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1C767F04-16DA-4188-A633-9CFD286EB81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063AE01C-09A4-48D7-921C-D9467C909A9E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2AA7701D-3833-4E88-886A-116945EFA503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91CA873D-4FDA-490F-9772-CC7C36EDDFA4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74E141B5-E9E6-4FF3-B010-34EF81A40F3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09D5BC70-091C-41FD-BE70-8A8EAEEA2663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EA2627D5-6741-4B8D-9F30-9B96EE914050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B656721-930D-4A61-A5C5-8D7097550C6B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33AFDFED-ED59-4627-BFC4-9E058A782427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2010EC77-FF06-4C65-ACE2-4F12A77283A6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E28CFB88-65F7-4CE5-A873-A8BFB5EEB6A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54924B5-36A3-47C7-BFEE-A9841264B76A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54F085F7-8763-455B-99F7-52E3355C5FD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AA5101C5-7DEA-405D-83C2-60A96AE3F46E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7CC8A1CA-9E10-42E0-B8E4-17CB6651B8C8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DADF7AF5-D780-42B3-9116-2723488C5386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5EE0AFAC-6709-4287-95AD-8B4374310CED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2C6A8FD5-CE31-4954-BF06-35A2C0DE6B13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3AD524D0-A902-4F94-8DC5-831BD964A40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4A656901-1598-4D9C-BB69-D177D026A2E8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50D1D611-EE89-4E85-814C-A8CCD7D08762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77C99FBE-0D6C-47D7-9671-35A3CE892183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0FD72690-A20C-47E3-AEB8-23C9DDED6834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50921B5E-0609-4C6E-835C-382093E8AC49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6C8CD263-A4C5-4E9F-AAE2-7930E61B1DB7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0EFD2CA-04DB-4A14-99A5-855580E8FEFB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B7E43CAE-A51E-44DC-A214-70D65A702301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F4AB5402-C79F-46E3-8B9F-605A071D7F46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707692E3-29DF-40C4-AB95-B09450CDBA43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BC5D6ABB-D47D-460D-BB2F-C93A8D443C91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F9E92BE1-60CC-4BF3-8832-3DBCA7711728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193562F3-BED1-44D6-AFBC-17C8382AD620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219C890E-7313-4E18-BB05-96B072CA9836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EE85B1C7-764A-41C2-B9F3-8DE35051FCD9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29A1E781-2095-40AD-8157-F0333C3AD2D2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0F83BEBD-81D8-4F84-93E8-C32A9D807EBD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4D806C79-EC31-433C-BB7D-A8E49058A6EF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E55B1631-E0EE-48FB-A402-C71C26F2C867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E4D1FA22-5550-4BDE-A133-E12A6D8E9F1F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3480DD1A-BD64-4AB3-B26F-094EDFD2FF3E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238AAABB-A0F9-4D47-9737-1B8E05017436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A1C6A226-6654-44A4-914F-2581212A612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2257C83B-9C9A-419D-A81B-85F793F2A924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B11F8D6A-8647-400F-9376-281CB6458AD7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04B40AF9-67E3-4ECD-A7BC-8B41F7FAE74E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405B508D-DD8D-4BC8-BBDA-90812332963B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E222A9EC-AD6E-46FE-A258-47321ED03A3F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97B50938-B4E5-40F1-BEC4-A96EF8173A8A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D645088F-0E9D-4478-B242-820531A5ED7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6B6DC2D4-C52B-442F-A85F-E40307978AA2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B949E5E7-E79B-48AD-B33A-D096839AB9B3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A65E2C88-11E0-49FE-9EB4-F9B9BBD4763B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ABC9AD6A-1B13-4999-8963-4B4A7AAFE21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09CF8B23-1233-4E53-A8C9-2D8512F2A229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F0A56AEE-DC52-4C1A-A73F-260DF83B2B43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07B428C9-5E5D-4235-8C17-E44E93B8D018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CB66EF42-74B8-4AFB-87D2-479325634E38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74645684-F65F-4B3F-9E56-2FE67954A8B6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A05A8FC-9A94-42FE-A3CD-9441CFC940E6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077640C3-1FE8-4A24-BA1C-862F0A17B5AC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D097009F-9915-4127-8553-50B84FFE9BD9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7C171928-5B68-4639-A408-C08F31049B72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DC1FE0E2-4B14-4A54-B833-84E58481C81C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B0F7CF31-B199-4AAE-B48A-FFEB36523F66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02EBDF25-1974-40B3-B866-65D98447C113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2375ACEC-3F2D-41B7-878C-57C5BEADD0BB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42568FA6-4B65-454D-913B-1C6ED1D7389C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0F332D8B-B754-4330-82C4-7ED095A7707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002E20E1-C65E-4BC8-9E85-BB88BE7E35E2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82271187-9D94-42E7-8673-0264B008B3B4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C9C2207F-7EDC-45A9-82B5-D7A08E5413FF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31DEC2E1-40F5-4E00-B80E-1243283F353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4ED6029F-6537-4D8A-976C-DFC66EA5AFC6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99F4334D-54CE-4DA6-B5FA-F53E6ACBD645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97BA4A0F-82C3-4AEB-8241-B5ECE8BA133B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8294BFBE-22A4-491C-B4A4-BA9EC7889786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0A309D28-080B-4735-8E24-7FFC665F1C16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0523D09C-B6C2-4B43-A3AD-24562E4477EA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2C942A6F-7E63-4454-AFA8-769A701B58D7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68492B05-07CE-416F-9758-320A586897EE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EF834A47-15AD-454A-95B1-8080BDD250FD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0B328881-2A80-4722-950C-54162C1B4D1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7A38E8C3-080F-4A16-9520-30BB74AF0EC1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43C849EE-55AE-4AA3-8CB1-DBF5CF75BE71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1034D5D4-9A42-42F1-BD23-50833725D590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1B691BA8-9D32-43DD-9FB6-A63EB04412FC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4FB43F2E-9339-49C1-834E-B9467633EDB8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CA5BB466-2AEC-4C02-B184-669C888619EB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DB01AA72-E8B0-45DF-A297-826A6CE7BE23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C736F5FF-FAAF-4256-AA02-19F9809DE491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D839FB53-133C-49B1-BD6B-ACF3ECE2BAE4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C7EF2620-1B53-4864-9FF7-0BCE49F9CBFF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5111FC0E-64DE-467B-AA33-F0853B3AAAA1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700D5588-F9BB-4A5B-AE2D-2FC6CE749B5D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ACE4D4BE-B5F4-4E04-B389-33A8849BD533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08E9D0F6-24D7-49DC-8E10-ADA0619FC159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91EBE9EE-8958-449A-A88D-E2B2C638B451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53A0D54E-4C3F-472D-A12A-0FE9BE696897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E4B7AD0B-D80B-48F4-880F-14AE104B423E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339F982-57C7-4597-8110-B15E35582D98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897262E2-0E3C-4AEC-9E29-EE6C7B54D71F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3B23580D-A7C9-4C02-BA6A-028043368955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FD2C5AE9-5B24-4B29-AA39-DBDC3215F465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2394B7A5-5E42-41B7-9B7A-20604570DE7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CC79F713-176C-4B74-A765-8311A643D755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C7B63B31-A5BA-43CF-8AFC-D2BEC11AD831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611DF37A-AC4B-44C8-97B8-1C416E13D625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EAD1F935-4B0C-4048-8659-5E95AA689A17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C997D675-4C0A-4359-B38D-EAAB59490F9E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37FF06E2-DC52-4811-999E-FDF9E83B1D38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27E45CC1-4A4F-42A8-81E9-A587F8BBEDA2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4256FCDD-F9B1-448C-A445-AB90AB1126F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3D01C9F2-5597-4A48-93C5-D434664B9FC7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738C00F3-7E7A-4996-914C-8D43C33157AA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DFCEC4A9-968D-412B-85DF-D9C539B525DD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A35255B7-A94A-4EAC-A463-E1DA3E6580E0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5BF1A450-B72F-4574-90F0-05B9B87DD5F6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221DEA6A-DBD9-4B82-82E0-AEB6E85B2C36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B8725E20-7509-408B-A739-010775B81DAA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EC4214C1-B57B-4501-B4EA-0708DFB1502C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0E593C0D-EDD7-4D76-A97D-3CC53B6A90CD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693CE621-5E9B-4BCB-B258-7FD1C90D1EAE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B5F19587-E538-4A33-BBA1-8841201DD3F1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6F152174-9E73-47EB-B6E7-F3B320D1ED5F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8AB3FF01-981B-4477-A601-8CEF7D6F2D34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3CC9C352-8A44-4450-9C3D-49AC461E0EC2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20B2B61B-DBC1-4DBE-AE93-2018F82EEC42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DBD6C93D-FEFF-498E-9A9E-A0334E91B5D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8EF6D235-E61B-48C6-A29C-BFFA7285C3DC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2AC3D58A-D478-47ED-A85B-5378C227283A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DD264199-508C-4711-BD3B-23596227CC11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739F49DB-A026-49A6-8E3F-36EDFA394615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59B08159-0DBE-4C91-A424-43CDBBA80E8C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CFF9EE6C-BE7D-44E9-BB96-E75ECA81E25F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3FBB9D80-07C9-420C-B8B3-6A31530CB6F7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30FDC3AA-2945-49CD-958B-99C2E7520953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7775CEB2-D141-4362-AF99-33859BC69F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CF8B4D85-D3FE-481E-81EF-5E478948C274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B0A27753-1813-4866-9698-60BCF86AFD41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E95FCBFD-9DC6-4F56-B2E9-756DC5F1573E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C45B7643-7B70-46DE-A6FD-955858D155BA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940F651F-5E63-4352-A55C-6532F0225DA1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51BBF629-45FE-45D2-8AE9-F945B9C9CCC1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0F417548-BFD9-4150-96BE-8A44CF26CC8D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D5E6DE37-80C9-4BF0-92B8-0BE5F20C74FD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B2F0F048-A1C4-44B7-A527-8DEA071F49CF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82F7536E-F665-427F-80E0-51B3F83CADB5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DC0BB674-E6EA-4ABE-8F5F-E7715758AC7C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A1B7E8CD-ACFE-433F-96E0-5EA5CC1196C9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E8895565-A90B-4418-9705-074CA2D3F30C}"/>
              </a:ext>
            </a:extLst>
          </p:cNvPr>
          <p:cNvSpPr>
            <a:spLocks noGrp="1"/>
          </p:cNvSpPr>
          <p:nvPr/>
        </p:nvSpPr>
        <p:spPr>
          <a:xfrm>
            <a:off x="8310783" y="36993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7A2A02F4-26C7-45F2-A186-59C6E1027664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AA934BD3-3F47-4706-A2EE-851342E885A0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6B6D4F37-6B80-47C5-B8C6-E1B1013474D6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D78D3514-FFF9-4F46-B294-C6F8730EF737}"/>
              </a:ext>
            </a:extLst>
          </p:cNvPr>
          <p:cNvSpPr>
            <a:spLocks noGrp="1"/>
          </p:cNvSpPr>
          <p:nvPr/>
        </p:nvSpPr>
        <p:spPr>
          <a:xfrm>
            <a:off x="8118923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04C3AFC2-D6E3-4ACD-8D9B-AB45B2AE3D3A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EAE41A94-78EB-4696-B7CE-E99442A62579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AF613F9E-9470-4F2E-A7CD-F15DB84E259C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C76E2D54-D99C-4B40-8997-D79A39B11938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3FE388CF-6F43-4B57-A240-B43866C2ECDC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A49EF7FF-56E8-4D6B-98CA-4CC645F891E5}"/>
              </a:ext>
            </a:extLst>
          </p:cNvPr>
          <p:cNvSpPr>
            <a:spLocks noGrp="1"/>
          </p:cNvSpPr>
          <p:nvPr/>
        </p:nvSpPr>
        <p:spPr>
          <a:xfrm>
            <a:off x="8354456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8D51493D-1DAE-479C-AEA5-0B54B9B1EA27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95D810D7-654A-4A1C-8677-DC30A4E415DC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8152D268-B328-48B5-A644-7D6FC11C57D8}"/>
              </a:ext>
            </a:extLst>
          </p:cNvPr>
          <p:cNvSpPr>
            <a:spLocks noGrp="1"/>
          </p:cNvSpPr>
          <p:nvPr/>
        </p:nvSpPr>
        <p:spPr>
          <a:xfrm>
            <a:off x="825629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3CC9B624-02D9-4E17-BC29-A1812C0A17E7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4BDE4113-5DA8-4A81-A245-518E7A814C3A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95FEF246-CC97-482A-B2CD-2101BF1D81DB}"/>
              </a:ext>
            </a:extLst>
          </p:cNvPr>
          <p:cNvSpPr>
            <a:spLocks noGrp="1"/>
          </p:cNvSpPr>
          <p:nvPr/>
        </p:nvSpPr>
        <p:spPr>
          <a:xfrm>
            <a:off x="81599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3F62EFA6-1FC8-4694-A2F7-FA3789B01C86}"/>
              </a:ext>
            </a:extLst>
          </p:cNvPr>
          <p:cNvSpPr>
            <a:spLocks noGrp="1"/>
          </p:cNvSpPr>
          <p:nvPr/>
        </p:nvSpPr>
        <p:spPr>
          <a:xfrm>
            <a:off x="8236062" y="57839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678E7583-3AFA-4392-879A-E62375961252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7B4A6DA6-C2E1-4B7F-895B-B13EF15D1D7C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0E628A39-3F5D-4A38-98E8-886E13576D1B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9F07B952-E26F-4BA8-86D0-0A2C23E540DB}"/>
              </a:ext>
            </a:extLst>
          </p:cNvPr>
          <p:cNvSpPr>
            <a:spLocks noGrp="1"/>
          </p:cNvSpPr>
          <p:nvPr/>
        </p:nvSpPr>
        <p:spPr>
          <a:xfrm>
            <a:off x="8198336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3E0F9431-D865-47F5-A287-3F1908B6FDAB}"/>
              </a:ext>
            </a:extLst>
          </p:cNvPr>
          <p:cNvSpPr>
            <a:spLocks noGrp="1"/>
          </p:cNvSpPr>
          <p:nvPr/>
        </p:nvSpPr>
        <p:spPr>
          <a:xfrm>
            <a:off x="813109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CF24C997-20C0-47BD-91AB-298DE26F756D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30B64781-D306-44C2-AD38-1E35DA3DD094}"/>
              </a:ext>
            </a:extLst>
          </p:cNvPr>
          <p:cNvSpPr>
            <a:spLocks noGrp="1"/>
          </p:cNvSpPr>
          <p:nvPr/>
        </p:nvSpPr>
        <p:spPr>
          <a:xfrm>
            <a:off x="8430615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D366C6F0-B618-45BF-9917-56F506D555FB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D2EB9011-E86A-4382-B9CA-0229B29DE1F2}"/>
              </a:ext>
            </a:extLst>
          </p:cNvPr>
          <p:cNvSpPr>
            <a:spLocks noGrp="1"/>
          </p:cNvSpPr>
          <p:nvPr/>
        </p:nvSpPr>
        <p:spPr>
          <a:xfrm>
            <a:off x="838025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6F941FE5-1AB0-4259-8550-B873385803B1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4AA2E3E5-1346-4BE1-AC96-E8AE86401B5C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53AA736B-5F1F-40D7-BEE0-8C8803C9BAFD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3821FACC-2478-4816-A659-96740D7CDD50}"/>
              </a:ext>
            </a:extLst>
          </p:cNvPr>
          <p:cNvSpPr>
            <a:spLocks noGrp="1"/>
          </p:cNvSpPr>
          <p:nvPr/>
        </p:nvSpPr>
        <p:spPr>
          <a:xfrm>
            <a:off x="8380004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B7F7A46F-ECAF-4E0E-A78C-9148A3FC24AC}"/>
              </a:ext>
            </a:extLst>
          </p:cNvPr>
          <p:cNvSpPr>
            <a:spLocks noGrp="1"/>
          </p:cNvSpPr>
          <p:nvPr/>
        </p:nvSpPr>
        <p:spPr>
          <a:xfrm>
            <a:off x="8133069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8E19DB3E-67B8-4377-8129-939292B013E2}"/>
              </a:ext>
            </a:extLst>
          </p:cNvPr>
          <p:cNvSpPr>
            <a:spLocks noGrp="1"/>
          </p:cNvSpPr>
          <p:nvPr/>
        </p:nvSpPr>
        <p:spPr>
          <a:xfrm>
            <a:off x="819312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37C9D7DC-F603-46E4-8390-32E17E7DD7AC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314D9104-246C-473D-9CA4-536FC4E20B2F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5296BF7E-7ADF-4B97-A103-9042B646175E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DE3371BE-239C-4618-B2EC-17786642A986}"/>
              </a:ext>
            </a:extLst>
          </p:cNvPr>
          <p:cNvSpPr>
            <a:spLocks noGrp="1"/>
          </p:cNvSpPr>
          <p:nvPr/>
        </p:nvSpPr>
        <p:spPr>
          <a:xfrm>
            <a:off x="8093991" y="5822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A4DBD805-2356-4F29-BBCD-DB1B8B49DF87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472072B7-A49A-4FC1-B743-63BA340959C7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75E19C0A-7A0B-41ED-A7AF-1772CD9FB66E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FFAE73B2-BB11-4BBF-8C41-D6442A50F94B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1B695DD4-5DB5-4059-8EE9-B6C8A7018860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EC36B102-D2DD-47A6-9650-F77B8DE0BDF1}"/>
              </a:ext>
            </a:extLst>
          </p:cNvPr>
          <p:cNvSpPr>
            <a:spLocks noGrp="1"/>
          </p:cNvSpPr>
          <p:nvPr/>
        </p:nvSpPr>
        <p:spPr>
          <a:xfrm>
            <a:off x="8157801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393571AF-4AD6-4ABD-AF7F-52117C2EFE94}"/>
              </a:ext>
            </a:extLst>
          </p:cNvPr>
          <p:cNvSpPr>
            <a:spLocks noGrp="1"/>
          </p:cNvSpPr>
          <p:nvPr/>
        </p:nvSpPr>
        <p:spPr>
          <a:xfrm>
            <a:off x="825868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06074360-7A77-45FA-A715-C937B1DC2B0C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33B8FA7A-57E5-4FEF-BA8A-F0DD44900AE9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83DA6BD7-E1D3-48E4-9702-F5D4D4C07B10}"/>
              </a:ext>
            </a:extLst>
          </p:cNvPr>
          <p:cNvSpPr>
            <a:spLocks noGrp="1"/>
          </p:cNvSpPr>
          <p:nvPr/>
        </p:nvSpPr>
        <p:spPr>
          <a:xfrm>
            <a:off x="8353008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73C7A6C0-5A54-4329-9E99-523D43B44529}"/>
              </a:ext>
            </a:extLst>
          </p:cNvPr>
          <p:cNvSpPr>
            <a:spLocks noGrp="1"/>
          </p:cNvSpPr>
          <p:nvPr/>
        </p:nvSpPr>
        <p:spPr>
          <a:xfrm>
            <a:off x="843163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441B7402-94C1-4FBE-A57D-B5AC6305AB94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AF424BA7-2B21-4ACD-8411-16ECF9945668}"/>
              </a:ext>
            </a:extLst>
          </p:cNvPr>
          <p:cNvSpPr>
            <a:spLocks noGrp="1"/>
          </p:cNvSpPr>
          <p:nvPr/>
        </p:nvSpPr>
        <p:spPr>
          <a:xfrm>
            <a:off x="8278665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7B6BE22A-BB46-4D14-A886-660A55C87CCA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FEABF034-B5BF-441A-A4EF-C0F03864E97B}"/>
              </a:ext>
            </a:extLst>
          </p:cNvPr>
          <p:cNvSpPr>
            <a:spLocks noGrp="1"/>
          </p:cNvSpPr>
          <p:nvPr/>
        </p:nvSpPr>
        <p:spPr>
          <a:xfrm>
            <a:off x="843775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94358918-5AD9-4DAD-B4D2-E21100FA41E4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2290F09B-A8C2-4D4A-822A-A97A50F6AC6B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BE28420B-67AA-4D52-81D9-0698272534BD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F3A3288D-B83A-4285-B9F8-2DF0068ED1F3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81F888F6-F4A5-416A-926A-6736C6811924}"/>
              </a:ext>
            </a:extLst>
          </p:cNvPr>
          <p:cNvSpPr>
            <a:spLocks noGrp="1"/>
          </p:cNvSpPr>
          <p:nvPr/>
        </p:nvSpPr>
        <p:spPr>
          <a:xfrm>
            <a:off x="8286505" y="38233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F5DFDF73-E1CC-485C-BBAE-BB9B27B571C2}"/>
              </a:ext>
            </a:extLst>
          </p:cNvPr>
          <p:cNvSpPr>
            <a:spLocks noGrp="1"/>
          </p:cNvSpPr>
          <p:nvPr/>
        </p:nvSpPr>
        <p:spPr>
          <a:xfrm>
            <a:off x="83874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1E5D41DC-9637-469A-BB39-0E560C1F1FB1}"/>
              </a:ext>
            </a:extLst>
          </p:cNvPr>
          <p:cNvSpPr>
            <a:spLocks noGrp="1"/>
          </p:cNvSpPr>
          <p:nvPr/>
        </p:nvSpPr>
        <p:spPr>
          <a:xfrm>
            <a:off x="83536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75C54CCF-65ED-4EAA-927D-BF683A1673B1}"/>
              </a:ext>
            </a:extLst>
          </p:cNvPr>
          <p:cNvSpPr>
            <a:spLocks noGrp="1"/>
          </p:cNvSpPr>
          <p:nvPr/>
        </p:nvSpPr>
        <p:spPr>
          <a:xfrm>
            <a:off x="81527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6F101854-E911-417E-B34B-72EE6FB759E8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086DAF89-3346-4BAF-9255-C30B6407C6C5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F69F7BA4-23DA-47E8-A105-A1B067782BA5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043BE64F-DF0F-4DAE-BCBA-A954F9FA0F78}"/>
              </a:ext>
            </a:extLst>
          </p:cNvPr>
          <p:cNvSpPr>
            <a:spLocks noGrp="1"/>
          </p:cNvSpPr>
          <p:nvPr/>
        </p:nvSpPr>
        <p:spPr>
          <a:xfrm>
            <a:off x="8284032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CDD3F4BD-D98A-4636-94B5-1B90CE640098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267A2DF1-BD6B-46C9-89CA-47E8D7DBF0C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700D29B-5403-4ECD-BA19-A5A2BB103DEC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E40F79C8-E0F0-4F06-93ED-25D0C1FEAE14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990E2AC4-387C-40DA-8A1B-F7DFFBC69AF8}"/>
              </a:ext>
            </a:extLst>
          </p:cNvPr>
          <p:cNvSpPr>
            <a:spLocks noGrp="1"/>
          </p:cNvSpPr>
          <p:nvPr/>
        </p:nvSpPr>
        <p:spPr>
          <a:xfrm>
            <a:off x="8228026" y="34311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8264EDB9-CC3B-4B4C-B4AD-1997CC9EAA09}"/>
              </a:ext>
            </a:extLst>
          </p:cNvPr>
          <p:cNvSpPr>
            <a:spLocks noGrp="1"/>
          </p:cNvSpPr>
          <p:nvPr/>
        </p:nvSpPr>
        <p:spPr>
          <a:xfrm>
            <a:off x="809334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7AC73F37-5B35-4BE2-AF1E-B788839A68E9}"/>
              </a:ext>
            </a:extLst>
          </p:cNvPr>
          <p:cNvSpPr>
            <a:spLocks noGrp="1"/>
          </p:cNvSpPr>
          <p:nvPr/>
        </p:nvSpPr>
        <p:spPr>
          <a:xfrm>
            <a:off x="845882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E8284FFA-F56A-4ED2-A3DA-BB6CCD2C82D4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EE79F097-81C6-4761-BB9D-710FE82AFAE6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5DDD247E-DB14-4F93-96F8-F54A5EB1D53B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EE626370-8129-409A-87DA-222518B6DBBD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BFEA4364-59AF-4373-8CFE-C4B55FC6438D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72791BC4-F8E4-4905-BB70-74F362796AF6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34A2D292-6D27-44DD-A8AF-3DB5375E18D7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45D5B401-57DF-4EDC-A0DE-13D8022A9FAB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E34B9F7B-511F-4595-B3CC-D282FF17AE1F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F5DEF343-9383-45B8-A46B-888A09543AFF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7BA103E2-3D4B-464B-AF32-D36AFC294722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9275F168-A8C0-40C5-8CC3-CD70DF9DB38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B1139F8A-DFC7-4FD0-AD7F-A28A2FEA6162}"/>
              </a:ext>
            </a:extLst>
          </p:cNvPr>
          <p:cNvSpPr>
            <a:spLocks noGrp="1"/>
          </p:cNvSpPr>
          <p:nvPr/>
        </p:nvSpPr>
        <p:spPr>
          <a:xfrm>
            <a:off x="8444399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9AD45FA1-6291-4C60-99D2-0BCBAFD6563D}"/>
              </a:ext>
            </a:extLst>
          </p:cNvPr>
          <p:cNvSpPr>
            <a:spLocks noGrp="1"/>
          </p:cNvSpPr>
          <p:nvPr/>
        </p:nvSpPr>
        <p:spPr>
          <a:xfrm>
            <a:off x="8229901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D41F5970-A3C3-408B-9F3E-73FEBFF7B6CF}"/>
              </a:ext>
            </a:extLst>
          </p:cNvPr>
          <p:cNvSpPr>
            <a:spLocks noGrp="1"/>
          </p:cNvSpPr>
          <p:nvPr/>
        </p:nvSpPr>
        <p:spPr>
          <a:xfrm>
            <a:off x="8187103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B2573711-2DE1-4412-9750-00B1479CBAC0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AB8457B9-CFCB-4572-97D4-C8AB9DBEBB8B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624A8989-C449-4215-A2CF-AC460A7A81DF}"/>
              </a:ext>
            </a:extLst>
          </p:cNvPr>
          <p:cNvSpPr>
            <a:spLocks noGrp="1"/>
          </p:cNvSpPr>
          <p:nvPr/>
        </p:nvSpPr>
        <p:spPr>
          <a:xfrm>
            <a:off x="8274803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80BCAEE3-A153-428F-AF35-F2310BBDA730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6CDD8C9D-3E0E-4CFB-803E-1E0753FDFF4B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018CF821-4432-4F7C-AA7E-AE01594FB542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1419321E-9FBC-4F08-9DC6-890AE8708F84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CCEA97B-8A15-42E1-9606-CA87FC1E525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F946D72C-D564-4919-BCD7-ACDC35F7826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D378A00C-379D-4FA9-8E6B-D6974A48E91E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97F0904D-CA7D-4BEE-B2DA-295DDA2E9A4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8BD5014B-39B6-4D30-9CB9-6060DFE20E8B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75180303-542A-4076-A9D9-DF6B82525620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B70E2807-D83E-455C-B32B-2C043DE820DD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E1B9EDC7-A6C9-4283-802A-1E6806C25F1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DC74A7A0-CDAF-4EEB-B880-8211DC1CBF63}"/>
              </a:ext>
            </a:extLst>
          </p:cNvPr>
          <p:cNvSpPr>
            <a:spLocks noGrp="1"/>
          </p:cNvSpPr>
          <p:nvPr/>
        </p:nvSpPr>
        <p:spPr>
          <a:xfrm>
            <a:off x="7188543" y="3538356"/>
            <a:ext cx="191" cy="632692"/>
          </a:xfrm>
          <a:custGeom>
            <a:avLst/>
            <a:gdLst/>
            <a:ahLst/>
            <a:cxnLst/>
            <a:rect l="0" t="0" r="0" b="0"/>
            <a:pathLst>
              <a:path w="191" h="632692">
                <a:moveTo>
                  <a:pt x="0" y="63269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A80CDE5B-86F7-4108-9162-4E823F848CEF}"/>
              </a:ext>
            </a:extLst>
          </p:cNvPr>
          <p:cNvSpPr>
            <a:spLocks noGrp="1"/>
          </p:cNvSpPr>
          <p:nvPr/>
        </p:nvSpPr>
        <p:spPr>
          <a:xfrm>
            <a:off x="7054035" y="417104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09CE248D-3EB4-47FF-9E5E-D3C9BA15B9D5}"/>
              </a:ext>
            </a:extLst>
          </p:cNvPr>
          <p:cNvSpPr>
            <a:spLocks noGrp="1"/>
          </p:cNvSpPr>
          <p:nvPr/>
        </p:nvSpPr>
        <p:spPr>
          <a:xfrm>
            <a:off x="7054035" y="353835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EBF4A3E3-F722-4823-B8B5-1D49865C21A5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A79E8DC7-1E00-4A82-8A59-7C629C0A02FE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F10070EC-FF9A-43A7-9B61-420A86AB4CA6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23F0F55B-01BC-4CA0-8D15-531A0238DAAC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7AF9A569-5737-4678-B251-FC5DF34458B3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7B27521A-3992-42C2-AFCC-7D3E4DBDEA56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0D83F6A3-AE1B-4675-A07C-E2F3B5ADDA81}"/>
              </a:ext>
            </a:extLst>
          </p:cNvPr>
          <p:cNvSpPr>
            <a:spLocks noGrp="1"/>
          </p:cNvSpPr>
          <p:nvPr/>
        </p:nvSpPr>
        <p:spPr>
          <a:xfrm>
            <a:off x="7751033" y="3923184"/>
            <a:ext cx="191" cy="609370"/>
          </a:xfrm>
          <a:custGeom>
            <a:avLst/>
            <a:gdLst/>
            <a:ahLst/>
            <a:cxnLst/>
            <a:rect l="0" t="0" r="0" b="0"/>
            <a:pathLst>
              <a:path w="191" h="609370">
                <a:moveTo>
                  <a:pt x="0" y="60937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432F496B-B981-440B-A930-C25CB1A68942}"/>
              </a:ext>
            </a:extLst>
          </p:cNvPr>
          <p:cNvSpPr>
            <a:spLocks noGrp="1"/>
          </p:cNvSpPr>
          <p:nvPr/>
        </p:nvSpPr>
        <p:spPr>
          <a:xfrm>
            <a:off x="7616525" y="453255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7091BEE6-D644-4098-92E9-E34F4B8D9217}"/>
              </a:ext>
            </a:extLst>
          </p:cNvPr>
          <p:cNvSpPr>
            <a:spLocks noGrp="1"/>
          </p:cNvSpPr>
          <p:nvPr/>
        </p:nvSpPr>
        <p:spPr>
          <a:xfrm>
            <a:off x="7616525" y="392318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8E83482F-5417-4C91-B5B8-4104B9414F2B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B230A9DE-96E8-4309-90ED-44B2F6675848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418F4E97-C2A7-4608-A0C6-20CD8BE14496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5123E1A3-943B-489D-A464-ED8E4F5C49F8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92D4222-1EC5-40FC-90F7-DE3024D7B27F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7DC5BCC0-A656-4FD4-B8AA-C0D7044CFDD5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CFB631C3-DCF9-4CDB-842E-72C31069E7F5}"/>
              </a:ext>
            </a:extLst>
          </p:cNvPr>
          <p:cNvSpPr>
            <a:spLocks noGrp="1"/>
          </p:cNvSpPr>
          <p:nvPr/>
        </p:nvSpPr>
        <p:spPr>
          <a:xfrm>
            <a:off x="8313523" y="4681137"/>
            <a:ext cx="191" cy="569884"/>
          </a:xfrm>
          <a:custGeom>
            <a:avLst/>
            <a:gdLst/>
            <a:ahLst/>
            <a:cxnLst/>
            <a:rect l="0" t="0" r="0" b="0"/>
            <a:pathLst>
              <a:path w="191" h="569884">
                <a:moveTo>
                  <a:pt x="0" y="5698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514D6DF5-80B2-4859-A237-CFE79633A97B}"/>
              </a:ext>
            </a:extLst>
          </p:cNvPr>
          <p:cNvSpPr>
            <a:spLocks noGrp="1"/>
          </p:cNvSpPr>
          <p:nvPr/>
        </p:nvSpPr>
        <p:spPr>
          <a:xfrm>
            <a:off x="8179015" y="5251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6CDF3703-41F0-499D-9B4E-6A21F6492577}"/>
              </a:ext>
            </a:extLst>
          </p:cNvPr>
          <p:cNvSpPr>
            <a:spLocks noGrp="1"/>
          </p:cNvSpPr>
          <p:nvPr/>
        </p:nvSpPr>
        <p:spPr>
          <a:xfrm>
            <a:off x="8179015" y="46811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4503946F-6FC1-4466-AB6F-CE6C5F4AA75D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3B1BEAB5-D3ED-4967-B6CD-DA7E09D7537E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CD4D7ED4-5C1A-4E67-9E04-57E552415C11}"/>
              </a:ext>
            </a:extLst>
          </p:cNvPr>
          <p:cNvSpPr>
            <a:spLocks noGrp="1"/>
          </p:cNvSpPr>
          <p:nvPr/>
        </p:nvSpPr>
        <p:spPr>
          <a:xfrm>
            <a:off x="6978221" y="38522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4F98AFAB-0789-4301-9573-7C164CD5FE38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AFEF05A1-3EE8-4006-831C-2DFDAF5566FC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9F320420-6D29-4FC6-85E4-E8D00DF05ECC}"/>
              </a:ext>
            </a:extLst>
          </p:cNvPr>
          <p:cNvSpPr>
            <a:spLocks noGrp="1"/>
          </p:cNvSpPr>
          <p:nvPr/>
        </p:nvSpPr>
        <p:spPr>
          <a:xfrm>
            <a:off x="7540711" y="4232921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31160521-DA1E-48C8-B610-52FF0963263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3A7774BD-752E-4841-8679-F6D902FEA16F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C8BEB49B-34FB-4AFD-A196-C9578C7994DB}"/>
              </a:ext>
            </a:extLst>
          </p:cNvPr>
          <p:cNvSpPr>
            <a:spLocks noGrp="1"/>
          </p:cNvSpPr>
          <p:nvPr/>
        </p:nvSpPr>
        <p:spPr>
          <a:xfrm>
            <a:off x="8103201" y="497612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070F10AD-29B4-4081-AA71-19EF9F9FABED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2055DFD2-C878-4312-BF1D-629BD003AC89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E960C0BE-B6BF-494F-A5A5-676B34A8B8F5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F938BE51-47F2-451A-957C-834DAC6143EE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990C8E42-EEAB-4559-95ED-838E3D9740F6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7F6E7E73-4909-4A1A-9841-058B08372F30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EA1FE0B2-B12A-4BED-8D19-4E3E18B151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DF33035-535E-45C6-A106-80A60743614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910572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D641B9EC-6F25-43D9-B1AC-66640B7D5CA4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971FCD36-B80E-4B66-887B-E9C668F5D737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D68902D5-0C6E-40DC-9204-400E0F23DD43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5C7BA1D9-F9D9-45AC-B410-25C8B97CB71D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FF1617FD-EDBA-449E-A2D4-9E20708E668C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E2DD36D8-4619-4683-BC6C-0CF1005C09AB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7D69784F-5291-483F-937C-31FF8F148B2F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5F5008BB-660F-4A88-86C0-13ACA1618D3B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5EECA44C-ADDC-4130-AF7C-EAC40AF11227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1D73E096-8F0D-47F2-B490-D604E21ADC7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4141B510-C5FB-4F52-8BC4-AB4ACE32A48B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E4575B44-D413-40BD-9CD3-D385EF404F0F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67EEF5BE-BA24-46E3-9C96-304BDE659441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2DE53485-58AE-4752-8FE3-D0126E93A179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678377DA-569F-465F-8472-EA081754DEC4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B4F74982-3DE2-4EF5-8D95-E69A12260C65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2C0CC1CA-FE6F-4425-95F6-2DF1B7193B43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1A746CD3-9B98-4417-B4FA-FC1F01E867F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6DB3A75-B84D-40E6-B0E3-9F9E98DEC988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20E5C1D6-A143-4AFE-878B-3147123FF7E1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A1893BE8-3DEE-4C5C-B336-325FD705DD6A}"/>
              </a:ext>
            </a:extLst>
          </p:cNvPr>
          <p:cNvSpPr>
            <a:spLocks noGrp="1"/>
          </p:cNvSpPr>
          <p:nvPr/>
        </p:nvSpPr>
        <p:spPr>
          <a:xfrm>
            <a:off x="3902243" y="1811998"/>
            <a:ext cx="214640" cy="808329"/>
          </a:xfrm>
          <a:custGeom>
            <a:avLst/>
            <a:gdLst/>
            <a:ahLst/>
            <a:cxnLst/>
            <a:rect l="0" t="0" r="0" b="0"/>
            <a:pathLst>
              <a:path w="214640" h="808329">
                <a:moveTo>
                  <a:pt x="0" y="808329"/>
                </a:moveTo>
                <a:lnTo>
                  <a:pt x="214640" y="808329"/>
                </a:lnTo>
                <a:lnTo>
                  <a:pt x="214640" y="0"/>
                </a:lnTo>
                <a:lnTo>
                  <a:pt x="0" y="0"/>
                </a:lnTo>
                <a:lnTo>
                  <a:pt x="0" y="808329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E7A705B4-BF25-45FA-BC4B-B91C04AEF118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179F4994-63E0-4BEB-8B12-95EABCFA87AE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D63222D0-510B-449A-87B4-22FF0E55D2D3}"/>
              </a:ext>
            </a:extLst>
          </p:cNvPr>
          <p:cNvSpPr>
            <a:spLocks noGrp="1"/>
          </p:cNvSpPr>
          <p:nvPr/>
        </p:nvSpPr>
        <p:spPr>
          <a:xfrm>
            <a:off x="4146152" y="1972279"/>
            <a:ext cx="214640" cy="648049"/>
          </a:xfrm>
          <a:custGeom>
            <a:avLst/>
            <a:gdLst/>
            <a:ahLst/>
            <a:cxnLst/>
            <a:rect l="0" t="0" r="0" b="0"/>
            <a:pathLst>
              <a:path w="214640" h="648049">
                <a:moveTo>
                  <a:pt x="0" y="648049"/>
                </a:moveTo>
                <a:lnTo>
                  <a:pt x="214640" y="648049"/>
                </a:lnTo>
                <a:lnTo>
                  <a:pt x="214640" y="0"/>
                </a:lnTo>
                <a:lnTo>
                  <a:pt x="0" y="0"/>
                </a:lnTo>
                <a:lnTo>
                  <a:pt x="0" y="64804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E54D648D-B3D7-402C-845B-BEF5FA4253D1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F21AF792-CA23-4C16-9415-4A4E7C1DD2D7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3160181B-B18E-4716-938F-033305AEE776}"/>
              </a:ext>
            </a:extLst>
          </p:cNvPr>
          <p:cNvSpPr>
            <a:spLocks noGrp="1"/>
          </p:cNvSpPr>
          <p:nvPr/>
        </p:nvSpPr>
        <p:spPr>
          <a:xfrm>
            <a:off x="4390061" y="2437411"/>
            <a:ext cx="214640" cy="182916"/>
          </a:xfrm>
          <a:custGeom>
            <a:avLst/>
            <a:gdLst/>
            <a:ahLst/>
            <a:cxnLst/>
            <a:rect l="0" t="0" r="0" b="0"/>
            <a:pathLst>
              <a:path w="214640" h="182916">
                <a:moveTo>
                  <a:pt x="0" y="182916"/>
                </a:moveTo>
                <a:lnTo>
                  <a:pt x="214640" y="182916"/>
                </a:lnTo>
                <a:lnTo>
                  <a:pt x="214640" y="0"/>
                </a:lnTo>
                <a:lnTo>
                  <a:pt x="0" y="0"/>
                </a:lnTo>
                <a:lnTo>
                  <a:pt x="0" y="18291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6E1DD40D-CA09-4B7E-B814-2957B5BEA482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D6830462-0DA6-43EE-B955-CB8D13AE8F31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A3E8A78C-28B5-4DBE-B9E7-ACAF0375F134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33A5792E-076B-4AF3-B06C-AAB61B3E79FF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C3A42566-F829-4BAD-AD90-D35B9A41CDA5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AF68E11A-8AAE-446E-AAE4-751FE54CAAF9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8884F4BE-AF0C-406D-BB4A-050237858321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EF0DDDA6-B890-43C2-8BE4-8722079AACC3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2AB4E861-1FF1-4498-AA72-05054A8C71E4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84CFB208-DF0C-494B-9E07-3D5352FC6A99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FC3F8E9E-2069-4863-BFB7-9FC0AFFB772B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448BBE8A-6131-4F12-964B-21F2058D94D5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55CCA5D5-3489-4802-AEE6-7CC9C9374C7E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106423A8-9319-4E29-86D0-51479C86DA5B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E1175DEC-0E44-475A-A4BE-6818ADD99128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BD667D8D-7954-4793-AB31-6BFDE5312666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F85FD8E7-E503-4120-AB46-878820197DB0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62D572AD-8170-4379-A28F-911649679C4C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79496020-446E-40B6-8456-46CA743F84FF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4F4ED2CB-092C-4F9E-98C2-4EFA3E99A57E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D2007F63-B508-4CE9-A08B-1EE0D72BB8F6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5DC77DE9-71AE-463D-93A6-8C670FD325A9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66A1A573-235B-49CE-A5DB-4B9D8C804194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64D7DC05-A485-45A1-8623-EEE6321B4627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0226C5CC-DCB8-4EAA-A457-CE6B5C961FC7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70BC71BB-76DC-4EC3-834F-4778980459B9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3C87CB03-F454-47BF-A446-17F47474D70D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7BB9F48F-9A0A-466B-8B79-B29E3DBDF377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60BE4FD7-63CE-42E4-ABDA-F28E53596D7A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5101B7BC-4822-4B50-BF4F-7641889C0E77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9E982E6E-B325-4845-A6D1-1F5AEE4996DF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67057015-3A3F-489D-B21E-6DA575CAC43F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1F954CB6-90ED-482A-8EFF-760B2137DB89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89F8E557-232C-46FD-A177-10F79BBFA064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E3B52C7D-03C0-42B3-A599-2FEBE95AF92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9CD9F1FD-AB64-4811-BA02-18D838DF5D25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49B8A48A-4987-425B-9D71-4EAE7073F02F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C19D5718-2AC0-40D3-A826-75CCDDCD60B1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5035075E-C58B-43A7-8787-834EA330EC0B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12C0FCEF-1B8F-4FBA-B103-C2D8AD3F218D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EC6A15F9-A85D-4447-9F23-093872CCC49D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02B2CEF5-3874-4485-BB8B-06815202AD2E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D85B87F8-AE1E-4687-824D-7DD99D13DAB2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774E384C-BEC9-439D-A974-879687595DD1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C3E45DBE-55BA-48BC-97D0-CC7FB094D7EE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79AE24B9-058D-48B6-9CD1-80A152109CDF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EC5FA6BB-31B2-45C6-BBAA-FCA593E7EB2C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95BB08E3-063D-4D31-899B-B56D755F4A98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51204D2E-58A4-4FCA-92CF-851681B810E5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24C369DF-25ED-4D6D-812F-985A29A25098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33052610-60AC-48A4-A3DB-63300AFF4418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116BE510-6FA6-4F67-B84B-E687ED0C249A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055024AB-EACB-4D4C-89AE-174E9C80663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A816D823-A048-470A-8347-3B9C99B43B35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B71F98B9-2631-4089-85C2-8A393350B9CE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39DFD6BF-878A-44F3-934A-079A6C0FF0E9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38B0F583-9428-41C2-8EF5-12F9E2440C50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4AD553AD-1BCA-4712-B3BC-E06DBF52A3FB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BB53CF54-DC37-460D-B6F6-C87090879777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2B8945E-DB39-4A96-9D2C-CB603D5EBE86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C61C9084-1359-4B81-B587-73E3494F94A5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295FADF6-CAC6-4F04-B494-34528655322A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43210E9D-62CF-4E6D-B3AA-0177267CCD2A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4E6B52B7-2592-4FB8-ABEC-F5FC15825C1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2C23852A-D335-4F13-8422-EE47B9E3A94D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CB7F1CA3-6AE3-453C-8F85-57710435B3F8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8EF47F80-91EF-4514-9C8A-C0ADFA480F1A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E18A135B-B8C9-4AEE-91F6-9DDA56F96C7B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FC49F50A-9643-423B-A7F8-43AC17EA50C7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8535C2CC-F41B-4848-B2BF-D4EE11123181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FA2F75B0-C42A-4EE1-B61D-0498CDBB58A9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AB681460-3516-4D41-8BC2-7A721A3A5F7B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1D16CD1-87A2-48A5-A971-27F56B9C03C2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4386F76B-CA91-4941-919F-2CF2547906F7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C29F1C9C-E7E2-4CC2-828D-29E8175F7022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C867306A-A644-42BE-A768-EB31C04C7B10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04C61499-1E21-4D5C-8A65-B59AD1A5ED18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16EF7488-6CB6-48F4-8C6B-F475B0B29D68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74E2CF37-193B-4802-9E99-2E5AF6D80A47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C35506F9-B937-4197-B38C-E83DAFAB891C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68076F69-45DF-4D62-88D3-D348A41492D6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A4804065-F444-475E-A721-EB7DC25A91BC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A55E59CE-110C-4229-B47B-B1CFD004D52A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574771D0-B755-4E04-BFE3-6AFE7E10DDB7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8050889E-DD07-46F6-B163-A3FDDA126FDF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A64C0D36-1106-4EEA-9771-0E97C2367190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180B9D7C-1F8D-4811-B981-C387DED372D7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D92EAF5F-366F-4742-944A-C32A6FED379A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0F942D26-7441-4006-A9AC-477F806B27F2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D22E15C-D93F-4E8D-9129-4DAEFBCCEDC6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1EBDF8F5-3237-4C41-87BA-07BA7219B643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D57F72C7-A72D-4367-89BC-CE8804C45B06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7546EF9F-434C-42B5-A0AC-9082402409AD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7017B35F-86CA-4C65-BBA8-C8CA6BDDCD6E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77D7096B-E197-4861-9E15-33B9ABC44FB8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74E9A814-64AE-4145-BF84-3B55F84F77FC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17A357AF-6E2A-4974-ABAA-1C784BE8D4B7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2E032AEB-27EC-4B57-8E85-C6E3CA23B645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8C4FF3A4-F2EC-498E-BEF7-774B7BF039B2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C8CE75AE-8BCA-4548-9EDC-94AD5B013977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0AD1A021-B73D-48C0-B173-1DD53AD7501D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82446092-FD4A-48E3-9CDC-F6904081C77E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9D625824-A09E-423A-A9FB-5A3DD45AB263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08296FCB-ED8E-4849-B549-6087E29DB0D3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E4ED2946-3282-48CB-B954-D9EB19D36835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FF9D815F-655F-4781-8F60-85798D018A73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65999D2B-396C-4AE7-9B5C-CF3CD9919750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4F6616FD-41EC-4DA0-95F6-091989A732D6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8E21EF64-C051-4B45-A696-139F546119B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641E08A2-9ADC-4626-8E7E-8E3AFF3065BE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1BF0A01D-28D0-427B-95A2-C79AD4D4C311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8C16FB9F-C05D-4B7F-B38F-D6D3C3EC1656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B4EC1F1B-5C29-4BB5-9B3B-4AC171C32A3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1DD093F1-2068-4488-A40E-6F5BC7C441DA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25C7B23A-618D-4845-A1B2-BDF9F95A5F05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5CF4DCC9-2DFE-4919-9F93-6BF81740A761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FF2237E8-541C-40A2-857A-E83683585555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C63552C2-D668-4143-9B70-BB360E01FAE7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D1534DA4-786A-428B-8228-6F7A7CF33DC5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8854C46A-4D2B-4216-9BA2-8D37B7E25665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36D0FFEB-5870-4FFD-9774-5092C7B9490A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CCB1DBC5-62A4-4FC8-A9E2-C5DDBE1D83C4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C4CFE0D0-3C11-467C-8297-14ED56C48294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A51A1C4C-E792-4DAD-A836-E44D15DA4A31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68C3A675-5938-41F7-BE21-E0B1DE96F9AF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CB8D0D1C-B5CD-4BAD-ADEC-9AC58B50C63B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75F4FAB9-D8DA-43DB-9B6A-70319F2FBE5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EACBC9D8-3E8C-43FF-BCD3-AA6973F3261D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4EF49CA7-56CF-4DE6-9115-42E770CE32ED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F27849C8-68A4-4F0B-AE51-DF85F591B93B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3308D474-5CB6-4C0B-BB86-632486E1A141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80B71E6C-85ED-4CBC-8DF8-D797FDDAC20A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37DD9202-562D-4B95-8ECE-0D6F49388C73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8975EDA2-A651-4DD9-9A28-6A55978FB584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E8A724D6-934B-4334-97EA-01979F1DD9D8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627C365F-7D4F-4229-B4AE-725BF3D1DE23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05AFB345-5104-4DD3-8C46-1442F09ECBD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B13DCED7-684D-4F5C-BD7F-8450B6E2B16E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9CAA7E44-02CA-4B5B-9701-4048B5E3D580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122A3DD0-12E7-4396-BBED-B8D932C4B8A0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259A6BAB-8FAE-405D-92B2-3F06D3D34541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9B9D48BA-C71A-4328-9E3B-D30A5130E6DD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5D87A563-47CF-4812-BCFB-D14D01310790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914D0834-56FD-4ED2-A0DA-E435715E6B23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11E53F38-23C4-4BCA-925D-7034C2A08AA9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E8234DC4-8D86-49A8-A72A-0BC0F5C9B88C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18295A1A-9ECB-4349-9EF1-B0940623594C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24C637EC-E5F3-421C-98F6-89D3317BCD99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0B1D8D91-7470-4EF1-8F63-CA532AB0ECB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777394E2-5D7F-4CA8-BD7F-E8DA86FAFC11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D8FDFE92-08AF-485D-9581-EFDEF1B60266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D1A0D33-D056-4648-A391-DD7E6E991C45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2BA116A9-F717-43ED-89C4-F80FE03706D1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0C22D592-4502-4242-81D7-3D04B1CA7C65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07892C92-178B-4131-8040-E69A89145F26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3514D5EC-83EA-4F4E-AF7F-FDB54E6A28FE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32C3369B-17CF-4749-A46B-4A6C34D5D8A2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015A86F8-6D2E-416A-A5AE-6FB69FF94CED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78DA3A67-E731-4D64-ABB1-4C76ED787BEB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A7C4BE6D-06D9-425E-A81A-D34E6B7848C2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230F26B2-7845-4A2F-83DC-924478179565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F77A4DF-7A1E-46A5-8031-0D739223F43F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3E124885-0724-4C95-ACB6-42007510C3C7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1E7BF19B-D18C-439F-BAEA-E570F6A8FC5F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B4582BC8-7785-450C-A442-A3F1833E4F1B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0B6E33F0-116C-46CF-9F81-74728B7767C3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649D9591-B492-43FE-8E31-313194CB493E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9B456F77-6AFE-4231-AADF-04408463111D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0D7FA50B-9BBC-4A9D-A69B-8345A9A6B3D2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75359AD-F082-47A8-AF32-5FE172972ABF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CDFE9B0-8B7E-4482-B38A-1EE3ADCCECB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16368902-8428-4A7A-AE88-EFFCF30E3F54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D43D8EE7-85DF-4016-903A-B7722599A17D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325239C-47E0-4960-8C27-6D1B95D810B6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42810122-9022-4188-9924-FF491BF104B0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2CEA8C67-08EA-4AE8-B338-E6EB2A2892EF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CE73C7A-1AC1-48B4-BA43-F2288F73E348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ABCFC1FC-BFF1-4B1E-8558-1BFE04CE3413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E3084292-BDDC-4081-A221-488815AAF07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6A4E37CA-992C-4D87-8F61-FC662F741919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F4F8F6EE-9F72-4E4A-AF94-2D5CEC78399D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6C3F45F0-D399-460B-B4C2-A3C2A05F8C4D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0992839A-6772-4C1E-950B-6AA9F23D82AF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EDBC1D3E-6183-490A-8E89-4EC0113D7B75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C99C86A6-75D0-409A-A4DC-B542F4D22BD4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9005DA2E-3EBE-4F1D-AFC5-ED946AAF7E77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AE6A68FC-00DB-456B-9913-1C0CFD9CCFC3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2D564875-0A2B-4F31-9080-1798CEBE55A4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A8E27658-D84A-45BD-9487-4DAE6FC3B106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BE3155B8-FC65-404C-A24E-427F2967557F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B0CEF290-890E-466A-A255-D3642368DF76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56E38A0D-32EA-45CC-903D-36AE9FA5B043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DDBBADB3-B5A2-4374-B5C9-B9F59326B803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4AE53D63-BAB5-41BD-8B44-8112BBA1BD16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E02BE1C0-3824-4698-A1C2-95D54BC6E913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96232F7D-B823-4C9B-95B0-053B1C003906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46B3F788-6BDE-477D-8B5D-9AE88F52C7ED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6BF95303-FE1E-474F-B28D-99B31E6471CB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9EA820B5-97AD-4520-A982-2D3B0B59393E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4B9DAA40-BE3F-4CCA-BC94-4B8CA8BFAD2D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85D8FF3C-352D-4CDC-BA48-664836BD5DEB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A7068DCD-CF42-45A8-9C6B-F16EBC65C985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7BA3CCDD-D5D9-4F62-9AAA-85753A7BB7C4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7F88713-F913-48DC-88CB-4869D5A76E6D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80DAFD7A-4822-48B9-9538-32C12CF0CF50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ECCB303C-8EF8-494B-B776-AA463128777A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08933265-D826-46CA-A121-0F8BFFBD2D4F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99A864C6-EEC4-493B-9A3A-ADA7F0FC3572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2C8CD4AE-813D-41F8-8CD9-AF9EEE09C834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018EF44D-9BE5-486D-A071-9B637BA82B7F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A466C1FF-A3EF-4F42-9593-3CFAC7545ADE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499441B6-498F-4628-8EF1-B2DAAEF544CC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BF50CC4F-4031-4688-AAA6-2A793275641D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504B65D5-A4E0-4CA2-956C-371FFE60EA6D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9E26AFDC-7610-4BB9-9903-142D490D1B87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4E2AA529-F149-4F03-99E1-CC4EC669D1F7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C502537C-13B1-4CF7-BF8E-01D25BAA43BE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08EAFCEC-87AA-4E27-B093-A4A1F2721744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836649DF-A302-4253-9F32-86F6034434C1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C8EDBBC3-B694-43A6-AA4F-2E588894C492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ECEC80B1-D17B-4AC2-AF03-6C4BF045A6E4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6A1D36D9-F2BF-4915-9538-7D2AF252AC94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CEEA3ABB-B6FA-4794-93E8-B4E97033D39B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38C0A95B-99CF-4DC7-8EEE-A9FB8D90DEE7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EA9C7AC1-9E00-46EA-BEEA-DEBAA15CD0AC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EE9F2FA0-4A87-47CA-834D-A52AC9089793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39C732A-05DE-4570-BED1-8325C34636BF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1B191D90-E8B8-49F3-91B1-4AAD58F47D1A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60415E00-FE5D-4127-8DFB-30AC21B22B3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78E2262C-A4E7-46D3-8281-340B4443427D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03711138-795D-4199-894C-B811C1F34F49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18DF5C0C-166C-44E2-BD73-0D0B145A6CA7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A3CB3EED-F908-43AB-B70A-D15E559E1968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F2463A88-7AFD-43B5-850C-DBC8CC1F2B53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C41C1D82-16A8-4EC1-A3FF-8FDF99D0F56B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852B7E6F-24A1-40FA-9FC7-35B29C6C9C11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0AB6A674-C7E4-414A-AFC6-BF1574F5D1A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52A45E1B-4E2C-4B6B-8A2A-6D06AEA2A309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5303C23D-6494-471A-B600-53792F1AA971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5CFD2C7-1893-4C76-838A-B6C8B9D448C3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506AE472-4D5D-4439-AAF7-5B03F80ECFCB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C19B19CC-AD42-465B-8E11-A1408B6C5CFB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F4AACAA0-40F8-4469-80FE-234819DEC613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9235BC60-D24A-463A-955E-A17C3A9B6360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4030A447-6DB4-4926-A5F4-6CDF9CF656AB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1B9A53D9-FC81-4F57-8C0C-2B8E4BE5EAAB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366E2767-91E4-4321-9A7C-CA2571D24D42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7D15522C-CD7B-4923-A5EA-62E895DADFE4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45B5D456-B756-4573-BC8C-E5648EE58095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AEE8F2DB-3B41-4564-92B6-0F9374829ADC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93417F5C-2701-47E8-A18B-211223234637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F96F2782-C355-42B7-8B38-FCF43A8B106A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5D0DFCAE-9828-48B9-B2E4-3DB9B52999B2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9626FD8D-12FB-4F35-B297-05175A28A320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FA56A857-A879-4EAB-95A0-6D4E8EFD204A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25305AC9-2299-447D-A454-0F4B2659DFC1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4AC43CE2-6004-4F93-9818-DA1E3DCF97BA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A8117D94-B729-4A84-A83D-D030600AE7B8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42BEB114-53B8-4B0A-A965-FE7E195CC601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E3DF760F-8C18-4416-8C51-62B040B5E973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CFD5242E-D355-4F4A-BB9D-5D8FFC025EAF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C327D9EA-1DF9-4C54-89E4-540D79D9F00D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BF647F90-689F-4722-B8C1-F3E018DFB471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2C7B1DBB-1508-4105-AA29-F6F73BECD4A4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D99B5FA3-6938-4FE6-BC13-0148987D6B1B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B8978156-E36F-43E8-8C44-2DEDFF021999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13BAFD03-BD9D-4916-88B1-5385D0054638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0B1F3B2A-C9BB-43F0-BBC5-F8F8709F258E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56FED0FC-96C5-47CC-A951-1E341FFBB684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9D13749B-E061-4D9D-BB64-3A98E9DF2C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52020355-77D0-4D5B-8F94-08AD8E994444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F0864D14-4165-4752-BA12-B82D5FFB9D6E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1A1C278E-C2E6-41D9-A8E7-9EF6165C6ED6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E7C7FB19-ED23-4775-B63A-D6590D338420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FFD77F76-B781-4C2E-ACEC-76C546D846EC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FA65B80-35E1-4C73-A4DE-49C7DFD7775E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8ABE8FBE-3B1C-470B-9F0A-26216B389D2D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8AECAA1B-681D-4846-A2C1-912698C3A82E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070F7CAB-96FF-4BC1-9045-2F2FC06BD40B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A4CED0AB-8CD5-49CF-932A-104B153AD223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B7C3C8B2-65D8-4F81-BEB7-BB34DCB5229C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80BF2A59-93CD-431D-B6BF-85841BA5C6F1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0C6BEDEB-E3D0-4C53-90EC-FEF8B4E99AEF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72970F5B-D81B-424E-9DB5-A46D68D7D2D9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AB34F3C1-5166-449D-B8E1-858CF0B48699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2F949B41-0AC9-46DB-AFB6-99B717949975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E973BD2C-DD4B-4DDF-9A8A-7813064BD493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A25B4DE0-E66C-4EAC-9431-E63E82D1ABC3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3FAC8C4C-6D9B-4B5E-BB2F-57A9DB4F93BF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F36D58AB-87E4-49C5-80B1-7FBF195DB5A2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5FB64D11-42FE-46CD-B03E-7FF313F27079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ED2D928D-25D3-4494-AF1E-FD6EF11F4A39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F9B429E4-5A8E-401C-B34C-04394198199E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CDF96435-FBAE-4BDA-A9E7-0CC6F948772A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5C660F13-E37F-4709-89B7-D265F8138851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FCAFCDE2-5F54-4BC0-95EE-D8F4DE868D91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DFDCF8D1-7934-4BC3-89C1-5A37215F2F40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36C5566D-ED10-4964-B660-C40392D342C3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E033CDE0-0F11-48F7-924B-B9E34E86D62E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CB0E4428-8F0A-438B-B5ED-F67516FEDEAE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733BE72C-8050-4469-8AD8-38141901FA2A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C12FAB8C-EA97-4AE5-B4C5-C0D321FC62DE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527DF835-0F49-42FE-975F-E86D0CB8E221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D4A2B4B9-2872-4ED6-81D1-4225E39C67D9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401BBDA3-DD71-4A9C-9FB4-B1BB3B5BFFB1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C99D22F8-7D72-4692-BD1D-F79016B055A6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6D121736-EF8C-4385-BA95-7198911FD416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A4386D2A-EF56-4331-9192-B1B7B0D6B7E8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B8BA7495-C562-454C-B7D7-2ABE1D32D355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13BCF080-0DC7-4F24-BFDF-B1DBA3221EA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22EA5548-FDEF-4B8D-B74C-37239BF677F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CF1974B2-0814-4E08-BD0B-48B537423B9E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1B998046-9EC1-4ABA-A4EE-747B5A90FDF9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94C4D793-2762-4EEE-A64B-96042B6AE03B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0FF1B873-416A-4CDE-B5EF-EC30D4D8563E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049A0631-F0B0-43B2-B98D-830997C9EA3D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795BE436-DA96-422A-B6CF-94F4C262B71F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37648034-9EB4-41FF-B59D-0B29DAF11D1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1F51C4D4-0844-4457-9F41-EB476D19108C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40D328D3-1972-4E1F-9F75-67D54E48B8AD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06B0EBDC-58DC-49F6-A937-89221B02F2BB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0D979351-AE70-4824-B2C7-0E3F9C044771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4B0A0F14-48CB-4ECD-B1EB-971C4886FD8C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52A36566-408F-4A85-B953-313135DFCB37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9C987A27-6B80-4F72-897D-1C747D03E763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9D7BBC3B-AAA9-4F90-8B69-E2AE6B20B926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06862269-AEA7-48B0-AA65-BD68CA2C30B7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95A5E6CB-4190-49BC-858D-EAB0F1226913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7F1FB6C9-AB02-4A5C-B41B-56A6BA31CD53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4320876F-CA2C-447D-AAB0-81E015E8D9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0282F908-8A30-4DCB-A572-787748B3A2C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739849EA-6C21-4092-B6CD-8FE3B7C3B5F0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6BEA2DD9-AA33-4DDC-8617-C6A656076699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3A6D258E-C67A-4362-A9C1-12A637A06BFF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FD1E2EF7-7824-4112-A721-3E2EE85D02DC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1B6BB70F-902B-4CD6-BB11-85A1081D71B8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27FA7EA-D632-4049-9C35-D0ACC3C91742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40ACA227-896B-4777-AD61-A13FEC9B1D58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7A718A36-0DB8-4251-B266-DD9D954B758E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196AE296-9A2F-4A3E-99D7-06ED25D8F1FC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F6ACEFCC-DB3F-42FF-992E-065BA52D36CD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28BFB8D8-68A2-44CD-83E7-4C4C4A54391C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ED2F3A4C-63BC-4756-B3D1-0930EBE72C5A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D660A998-B814-427A-8198-BC5592DA7E8E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42A8DE6B-13AC-4623-8B8F-4B246B837915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DB8D3ECF-D93D-4CF0-99D3-AE815B687E10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3FA673A-8791-4926-B638-C34E9D346C14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04266C1F-8025-4F2D-A9BA-ACB228EBDCF4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BE885F80-336A-4CC7-9943-D3A3205BB025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5CC03CC8-6332-498D-AA08-96E3E56A4167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722204E3-B6A7-4C1B-91CA-D318A325513A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D4B64C60-7BA0-4C65-BAC2-67C6FE096503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1C520F41-45E7-4605-90B0-89BE0806966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3B53EAD5-1527-4BC5-B99E-588B4110F3FC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3AE9FA82-0DF3-4A77-844F-110E52D315C6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C250A379-7D47-4FBC-85A9-EBA26E2A2707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91B36EA9-6D83-4CD4-AD7B-2D4E3F591461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DFD08AB8-334A-4165-ACBB-9E1C5C72706C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F8935C50-C9FB-4113-9E47-208BDF63407F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C9559A91-11B7-4447-B0D6-0CB603D7D2A6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529FDD8C-1DCA-47B6-BFF6-1296681E6045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1341C660-2615-4625-A189-3C823C8AE402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60046C82-99EA-4032-9904-CE45AECACD6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FC2AEEED-3E12-43E0-9A4C-79A01C4C7200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33F57ACC-FD05-48AE-A436-15F07BABAAE8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735570B-7F63-4602-B8AF-E6C0DA6A9A97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6DB7E4F1-4284-417A-9908-D45B1E271FD7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0BC14FDB-1BC1-4DEE-A84D-6CC820478192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695CD7D4-BCD2-4D23-8CC3-A248C88C58B7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611ED066-C3C5-4AA0-B6BB-8C053F4C728E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B63D90BD-1B63-4BB5-9680-E5C37C0425E2}"/>
              </a:ext>
            </a:extLst>
          </p:cNvPr>
          <p:cNvSpPr>
            <a:spLocks noGrp="1"/>
          </p:cNvSpPr>
          <p:nvPr/>
        </p:nvSpPr>
        <p:spPr>
          <a:xfrm>
            <a:off x="3960556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3B8F4547-59CF-4383-A897-80346F70867C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689DF25D-5391-4651-953C-53B8E6B573D2}"/>
              </a:ext>
            </a:extLst>
          </p:cNvPr>
          <p:cNvSpPr>
            <a:spLocks noGrp="1"/>
          </p:cNvSpPr>
          <p:nvPr/>
        </p:nvSpPr>
        <p:spPr>
          <a:xfrm>
            <a:off x="3970367" y="24826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69B1B899-CA82-4D9F-9367-B9781434ED50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856B3A8A-04B5-4270-B2BC-A7BB3932D52D}"/>
              </a:ext>
            </a:extLst>
          </p:cNvPr>
          <p:cNvSpPr>
            <a:spLocks noGrp="1"/>
          </p:cNvSpPr>
          <p:nvPr/>
        </p:nvSpPr>
        <p:spPr>
          <a:xfrm>
            <a:off x="4041196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8BF67539-8B2F-494B-8F9C-B0BCB3DA1EE3}"/>
              </a:ext>
            </a:extLst>
          </p:cNvPr>
          <p:cNvSpPr>
            <a:spLocks noGrp="1"/>
          </p:cNvSpPr>
          <p:nvPr/>
        </p:nvSpPr>
        <p:spPr>
          <a:xfrm>
            <a:off x="39709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11790B0D-A6C8-4988-B62E-B6783AD5F130}"/>
              </a:ext>
            </a:extLst>
          </p:cNvPr>
          <p:cNvSpPr>
            <a:spLocks noGrp="1"/>
          </p:cNvSpPr>
          <p:nvPr/>
        </p:nvSpPr>
        <p:spPr>
          <a:xfrm>
            <a:off x="39694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B2DF7EC0-6D8D-46CD-B49B-65DC2F7CC361}"/>
              </a:ext>
            </a:extLst>
          </p:cNvPr>
          <p:cNvSpPr>
            <a:spLocks noGrp="1"/>
          </p:cNvSpPr>
          <p:nvPr/>
        </p:nvSpPr>
        <p:spPr>
          <a:xfrm>
            <a:off x="3950850" y="1495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38181DFA-70D8-4FA8-AF8C-B3266E4E0AF9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CBE93909-5F31-4523-8B31-B3D66C446C81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CED81783-CDA9-492F-9B2A-27B428D11288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D195E5FC-0B4E-403C-9048-2F4E4A89E9DC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4ACF1905-3CC7-4E3E-A202-59C6B72A4424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9690E61C-E856-49CE-85AD-06055E4CC711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EB73DFC7-EC6D-43B1-BD81-27DA86C30D2C}"/>
              </a:ext>
            </a:extLst>
          </p:cNvPr>
          <p:cNvSpPr>
            <a:spLocks noGrp="1"/>
          </p:cNvSpPr>
          <p:nvPr/>
        </p:nvSpPr>
        <p:spPr>
          <a:xfrm>
            <a:off x="40018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A08B160C-B2CD-4DE2-94F0-DDDE1931C9B3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336AF5AB-C7DE-4341-92F0-29AFD5E3D25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08B3A149-29C1-4E0C-889B-F214B766CF4F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7FCE985D-FC77-4371-95E7-D7707933EDFF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732D7F9-34A2-4CF2-92E8-DC9ABF54BC18}"/>
              </a:ext>
            </a:extLst>
          </p:cNvPr>
          <p:cNvSpPr>
            <a:spLocks noGrp="1"/>
          </p:cNvSpPr>
          <p:nvPr/>
        </p:nvSpPr>
        <p:spPr>
          <a:xfrm>
            <a:off x="3983664" y="224185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01DB1B3A-3691-4BCE-A10C-174C30FE2807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9C6F357F-513C-455B-A156-DC2FF47FC6D9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2B1E869-B767-464F-8F96-1EACAC1DDDF7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C431022D-4C08-4103-8FE6-40E97D37E75F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9138A629-9754-46D3-B995-800DD2190E0F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ABF7FB72-2D8C-4321-9D77-CB8EA06F7C86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F11F34D1-8795-4C3C-9BBE-1E0661CDA7C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3C8268D-BA03-4AE7-B7D2-6C350E130463}"/>
              </a:ext>
            </a:extLst>
          </p:cNvPr>
          <p:cNvSpPr>
            <a:spLocks noGrp="1"/>
          </p:cNvSpPr>
          <p:nvPr/>
        </p:nvSpPr>
        <p:spPr>
          <a:xfrm>
            <a:off x="399589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045F6AE4-CB3B-460C-83CE-0C498D598CE6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C6C3B27C-FD25-4B03-B231-B8522DF6DBFF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B5288845-ECC4-41F5-B3C7-14875BD1A639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CBF07437-2968-438D-8DF5-F13F35E25C64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17D3E36B-AF51-4027-9D12-8C5AC8540850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5185036D-46AB-43E0-BAAF-A64C0375CDB9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62D3F815-BB66-427B-8332-74B041178C0C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A43537EB-00D0-43A8-86EE-82BD031EC20E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0C52B162-8263-4417-9572-C6C7B8841CEE}"/>
              </a:ext>
            </a:extLst>
          </p:cNvPr>
          <p:cNvSpPr>
            <a:spLocks noGrp="1"/>
          </p:cNvSpPr>
          <p:nvPr/>
        </p:nvSpPr>
        <p:spPr>
          <a:xfrm>
            <a:off x="40418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A029017F-54AC-40A4-9A18-B886A51FC226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015728B5-FF8D-4BEA-9E20-D7A95FDB26FF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DD3B4764-3277-459C-B64A-EE82E4321A21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06273442-A681-4407-9CA6-2B22F5B133C3}"/>
              </a:ext>
            </a:extLst>
          </p:cNvPr>
          <p:cNvSpPr>
            <a:spLocks noGrp="1"/>
          </p:cNvSpPr>
          <p:nvPr/>
        </p:nvSpPr>
        <p:spPr>
          <a:xfrm>
            <a:off x="3999857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AF78BE62-9CE8-41A2-AE2A-3014FE69001A}"/>
              </a:ext>
            </a:extLst>
          </p:cNvPr>
          <p:cNvSpPr>
            <a:spLocks noGrp="1"/>
          </p:cNvSpPr>
          <p:nvPr/>
        </p:nvSpPr>
        <p:spPr>
          <a:xfrm>
            <a:off x="4003921" y="22740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7D295D00-E043-4F9E-81A9-7BD6A229D470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5C199DCD-B537-4F41-8CB7-0F2EF61C44E2}"/>
              </a:ext>
            </a:extLst>
          </p:cNvPr>
          <p:cNvSpPr>
            <a:spLocks noGrp="1"/>
          </p:cNvSpPr>
          <p:nvPr/>
        </p:nvSpPr>
        <p:spPr>
          <a:xfrm>
            <a:off x="3967260" y="25085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87B708E8-D89B-4BDD-A2FA-36F7F6581EF7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9DFFB104-ABDD-49B3-B9D3-F981B1F6251E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77AC51B9-3ADF-425E-8314-5263ED38C27B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8BBF4B3A-1CFF-442F-8096-A95A028E4123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01A922E1-BC04-4FB5-A4F1-ABE59E93B5AB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B3C7B771-86D7-4999-A3FE-1346B29B2ADD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29FAAC15-5EDE-489A-B798-F71C9E483E53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5BA7213E-B8BC-46F3-99A9-BCFC146230CB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15BA3D60-0CED-4908-9C3F-D3D0ABC3DAE1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64F3AFA-B889-4753-93F9-5698D42F0E35}"/>
              </a:ext>
            </a:extLst>
          </p:cNvPr>
          <p:cNvSpPr>
            <a:spLocks noGrp="1"/>
          </p:cNvSpPr>
          <p:nvPr/>
        </p:nvSpPr>
        <p:spPr>
          <a:xfrm>
            <a:off x="3962521" y="2015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559829E0-7F26-49EB-AEFD-C190A19E1626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8E5734BD-54F7-4631-A33E-5D9A4D3CEBDC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AB7CB96E-F48B-40D5-BEE9-E5408C946C0E}"/>
              </a:ext>
            </a:extLst>
          </p:cNvPr>
          <p:cNvSpPr>
            <a:spLocks noGrp="1"/>
          </p:cNvSpPr>
          <p:nvPr/>
        </p:nvSpPr>
        <p:spPr>
          <a:xfrm>
            <a:off x="4031378" y="1492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73D4687C-7D70-4A65-BFEC-BE1F76E868FB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DFE6FD3-D5C1-473E-8B13-9959628A246E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BE380023-B64A-408E-8A73-1FC02990426D}"/>
              </a:ext>
            </a:extLst>
          </p:cNvPr>
          <p:cNvSpPr>
            <a:spLocks noGrp="1"/>
          </p:cNvSpPr>
          <p:nvPr/>
        </p:nvSpPr>
        <p:spPr>
          <a:xfrm>
            <a:off x="3939473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105660DE-9CAC-4762-801B-2B7147AB9D18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BE8403F9-67FA-4B9D-9408-CBF338978E3B}"/>
              </a:ext>
            </a:extLst>
          </p:cNvPr>
          <p:cNvSpPr>
            <a:spLocks noGrp="1"/>
          </p:cNvSpPr>
          <p:nvPr/>
        </p:nvSpPr>
        <p:spPr>
          <a:xfrm>
            <a:off x="403169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A52DE5B3-8515-445E-BA4B-A2F2DA0F06F1}"/>
              </a:ext>
            </a:extLst>
          </p:cNvPr>
          <p:cNvSpPr>
            <a:spLocks noGrp="1"/>
          </p:cNvSpPr>
          <p:nvPr/>
        </p:nvSpPr>
        <p:spPr>
          <a:xfrm>
            <a:off x="4032843" y="2582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6AF3994D-37C5-49C9-95A8-F7FBE118B8A9}"/>
              </a:ext>
            </a:extLst>
          </p:cNvPr>
          <p:cNvSpPr>
            <a:spLocks noGrp="1"/>
          </p:cNvSpPr>
          <p:nvPr/>
        </p:nvSpPr>
        <p:spPr>
          <a:xfrm>
            <a:off x="39427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67B7CEEF-61C1-4145-9F0B-580DBB466EFE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944A3BA-A67C-44AC-B034-0A2EADB50889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ADB71A16-8EAC-4374-80D9-50B8EA50B18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CD421D1E-F983-4C74-BEFA-B4025DCB5747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3509EFB7-D4C2-47E6-B707-F3A6694A8966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A56BDDD9-F797-4555-9FFA-9F179B578B9B}"/>
              </a:ext>
            </a:extLst>
          </p:cNvPr>
          <p:cNvSpPr>
            <a:spLocks noGrp="1"/>
          </p:cNvSpPr>
          <p:nvPr/>
        </p:nvSpPr>
        <p:spPr>
          <a:xfrm>
            <a:off x="3999825" y="1606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5AF5214B-2226-473F-9285-6D8100E533DC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6A779F00-8ADD-4318-A1A9-E7E613A785CA}"/>
              </a:ext>
            </a:extLst>
          </p:cNvPr>
          <p:cNvSpPr>
            <a:spLocks noGrp="1"/>
          </p:cNvSpPr>
          <p:nvPr/>
        </p:nvSpPr>
        <p:spPr>
          <a:xfrm>
            <a:off x="39908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113EE9CE-A114-4FA4-9147-50EC0990B6FB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12F7448E-4144-4381-A5AE-94733C926CE5}"/>
              </a:ext>
            </a:extLst>
          </p:cNvPr>
          <p:cNvSpPr>
            <a:spLocks noGrp="1"/>
          </p:cNvSpPr>
          <p:nvPr/>
        </p:nvSpPr>
        <p:spPr>
          <a:xfrm>
            <a:off x="4076603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446B4B37-7004-45B6-A577-E9B94532CFB0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6ACD9AB0-6F98-4616-8604-91D8C7265239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372B43EC-547C-46A3-8FC5-38296E23FB26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8F2CA66B-5FEE-4C2E-81CF-91B3E9F06ED0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5B43A066-F803-4F59-8ACA-AFE8A2B7B3F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DD33BAA8-02D3-412A-96AD-BF34A9471627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83428E60-797A-4193-B098-0059F00B949E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8B59BA5C-EB47-4E7A-9319-6021A695F8DA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A135C91-31B1-464D-BD1B-C6A4379FD1B7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955C4016-89B4-4A17-B68A-FFC977B483CD}"/>
              </a:ext>
            </a:extLst>
          </p:cNvPr>
          <p:cNvSpPr>
            <a:spLocks noGrp="1"/>
          </p:cNvSpPr>
          <p:nvPr/>
        </p:nvSpPr>
        <p:spPr>
          <a:xfrm>
            <a:off x="3931494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462C68F1-C457-434B-84D6-8AE67D0EDD9E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F7E32D22-A847-434C-ADF5-92A4984778E6}"/>
              </a:ext>
            </a:extLst>
          </p:cNvPr>
          <p:cNvSpPr>
            <a:spLocks noGrp="1"/>
          </p:cNvSpPr>
          <p:nvPr/>
        </p:nvSpPr>
        <p:spPr>
          <a:xfrm>
            <a:off x="407279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E810B1F8-7E9E-4FC4-AF0A-1FFA094326D0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AF3CDED9-D539-4C98-AF5B-BDF5E6951DF9}"/>
              </a:ext>
            </a:extLst>
          </p:cNvPr>
          <p:cNvSpPr>
            <a:spLocks noGrp="1"/>
          </p:cNvSpPr>
          <p:nvPr/>
        </p:nvSpPr>
        <p:spPr>
          <a:xfrm>
            <a:off x="4003920" y="1920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B0255242-7A61-4254-B3B9-F2BC20C5939C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EFF42307-987C-4B20-BBCD-A1641F93683C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B0ADB85D-0937-4EC5-94E9-E18D88FDE257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4EF9AB22-0881-476F-9541-113DA20C9A57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4C94D30-8431-4218-9051-66669ECFD624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E063F18A-C778-49F5-83EE-A975D94BA1B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E954630C-CECC-4BB2-8737-201B8CAD02A1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33FA9BC9-4FB5-4A7E-9D69-8C7FE7BA37C0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7AA7EB23-7457-46D4-9E81-95F7478ECA55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616CC5D2-AF0E-4D39-8670-31D6EE5E7073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7736D19D-5562-4F14-9834-F9B4876DBA96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4D1080CD-87B3-430E-A39F-D3DE38B31868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2FE6F4F1-2F89-4173-BFEC-B8720E40C45A}"/>
              </a:ext>
            </a:extLst>
          </p:cNvPr>
          <p:cNvSpPr>
            <a:spLocks noGrp="1"/>
          </p:cNvSpPr>
          <p:nvPr/>
        </p:nvSpPr>
        <p:spPr>
          <a:xfrm>
            <a:off x="4015585" y="15676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B8029145-BEEF-4AF0-9274-2B80ECD00DD7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B1BBD98B-5D1D-4989-91DA-251B3FF27C5E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FF1BFCD6-19C8-4A29-89CD-26883C809E4B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C0CFB5D2-EF9B-4F9F-98F5-5AFFFA1AC364}"/>
              </a:ext>
            </a:extLst>
          </p:cNvPr>
          <p:cNvSpPr>
            <a:spLocks noGrp="1"/>
          </p:cNvSpPr>
          <p:nvPr/>
        </p:nvSpPr>
        <p:spPr>
          <a:xfrm>
            <a:off x="3916342" y="17927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9273C81-C004-43A2-99BE-52D29AF79E99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787D025A-5990-4B79-95A2-F343A91B0A3D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82FC8A2-0CAF-4A57-AE97-7E6822F37114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53ECCEF3-64A1-4D95-8518-4151D1ECA61F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444FE915-4884-4348-9A62-AF405ED97D34}"/>
              </a:ext>
            </a:extLst>
          </p:cNvPr>
          <p:cNvSpPr>
            <a:spLocks noGrp="1"/>
          </p:cNvSpPr>
          <p:nvPr/>
        </p:nvSpPr>
        <p:spPr>
          <a:xfrm>
            <a:off x="4031518" y="19999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BD2D60A4-FDB0-40B3-99AD-DE31E13622F3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4E34EAF8-23E6-4154-AD0F-977DC63FEB5C}"/>
              </a:ext>
            </a:extLst>
          </p:cNvPr>
          <p:cNvSpPr>
            <a:spLocks noGrp="1"/>
          </p:cNvSpPr>
          <p:nvPr/>
        </p:nvSpPr>
        <p:spPr>
          <a:xfrm>
            <a:off x="4025431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EE577CF4-85AF-4B15-9F5B-E7F42766BBA2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88FD1080-DD2E-410E-A212-6512ECFB4F7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8A797B94-BB75-407C-8016-54957A715D7F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B2BE9ADE-377E-4C54-ADD8-DCDDB980B40A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682820C1-7380-4467-9293-7D34AD650A96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38283420-19A5-4D07-9361-C15D9D885353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0710AE8-B7C9-4557-AEA2-DA9E59C9214C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BCF3A660-05DD-47AA-8814-C21EB84D622C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E465AA4E-239D-45CA-8D28-D99169B2F5A7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918DA587-F0B5-490F-8B74-2BCE62AECD0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1AC62FAD-41DF-4502-BD8A-E2AD6C98C3D8}"/>
              </a:ext>
            </a:extLst>
          </p:cNvPr>
          <p:cNvSpPr>
            <a:spLocks noGrp="1"/>
          </p:cNvSpPr>
          <p:nvPr/>
        </p:nvSpPr>
        <p:spPr>
          <a:xfrm>
            <a:off x="4027830" y="23902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59C3B051-E421-4EA5-BD69-F75FBDD38E61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0FA1F375-996C-4E74-8E69-9A78863D8271}"/>
              </a:ext>
            </a:extLst>
          </p:cNvPr>
          <p:cNvSpPr>
            <a:spLocks noGrp="1"/>
          </p:cNvSpPr>
          <p:nvPr/>
        </p:nvSpPr>
        <p:spPr>
          <a:xfrm>
            <a:off x="3943440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482F4E29-8B94-4A7A-A3D8-890552AFE458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B31040C7-3A6F-4E72-A2FF-EBCFA11DE3FB}"/>
              </a:ext>
            </a:extLst>
          </p:cNvPr>
          <p:cNvSpPr>
            <a:spLocks noGrp="1"/>
          </p:cNvSpPr>
          <p:nvPr/>
        </p:nvSpPr>
        <p:spPr>
          <a:xfrm>
            <a:off x="3965729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C9BF845C-BEA2-4309-9F18-64FE4A14C41C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3CBDA8D1-964A-4F15-BAA6-FE7C7C0BDFC7}"/>
              </a:ext>
            </a:extLst>
          </p:cNvPr>
          <p:cNvSpPr>
            <a:spLocks noGrp="1"/>
          </p:cNvSpPr>
          <p:nvPr/>
        </p:nvSpPr>
        <p:spPr>
          <a:xfrm>
            <a:off x="398047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6D9FD62-AFDE-46FB-9461-F7A97EDBD7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F38D4C73-F761-4358-BD78-5F93056DA46C}"/>
              </a:ext>
            </a:extLst>
          </p:cNvPr>
          <p:cNvSpPr>
            <a:spLocks noGrp="1"/>
          </p:cNvSpPr>
          <p:nvPr/>
        </p:nvSpPr>
        <p:spPr>
          <a:xfrm>
            <a:off x="3919824" y="25391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958F963F-0FCA-4822-863D-2F9961B41FE6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B246A46E-56C3-499C-BFDE-B9583BF0280E}"/>
              </a:ext>
            </a:extLst>
          </p:cNvPr>
          <p:cNvSpPr>
            <a:spLocks noGrp="1"/>
          </p:cNvSpPr>
          <p:nvPr/>
        </p:nvSpPr>
        <p:spPr>
          <a:xfrm>
            <a:off x="3946982" y="23558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6F47EE38-C393-43F9-B7E5-E9BE3FB71C40}"/>
              </a:ext>
            </a:extLst>
          </p:cNvPr>
          <p:cNvSpPr>
            <a:spLocks noGrp="1"/>
          </p:cNvSpPr>
          <p:nvPr/>
        </p:nvSpPr>
        <p:spPr>
          <a:xfrm>
            <a:off x="3940390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59425765-B9B2-4C80-81E4-65082E5BEBB6}"/>
              </a:ext>
            </a:extLst>
          </p:cNvPr>
          <p:cNvSpPr>
            <a:spLocks noGrp="1"/>
          </p:cNvSpPr>
          <p:nvPr/>
        </p:nvSpPr>
        <p:spPr>
          <a:xfrm>
            <a:off x="4073256" y="20467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9BBE3D9C-FA11-4125-9223-2E6D402C2F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820D19B0-5555-48E6-B1F0-2E639A55BB59}"/>
              </a:ext>
            </a:extLst>
          </p:cNvPr>
          <p:cNvSpPr>
            <a:spLocks noGrp="1"/>
          </p:cNvSpPr>
          <p:nvPr/>
        </p:nvSpPr>
        <p:spPr>
          <a:xfrm>
            <a:off x="3940700" y="1313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DA654B8-BF2A-4FE7-82EA-23B13F89969D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5928C162-0EE4-4DA5-BA7C-84469E836537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F53F767D-395E-47F6-AE94-4315D0F0E8A8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8DD949D9-2B79-4F17-8410-FB41E60A992D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37038DAC-98CD-4DAC-8974-C5C8956AEDB3}"/>
              </a:ext>
            </a:extLst>
          </p:cNvPr>
          <p:cNvSpPr>
            <a:spLocks noGrp="1"/>
          </p:cNvSpPr>
          <p:nvPr/>
        </p:nvSpPr>
        <p:spPr>
          <a:xfrm>
            <a:off x="3917502" y="19110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B50CF9-90EA-4C13-9274-FD24B0BADDFA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3B9FC34C-2146-43F3-ACED-5AC06BBC3C4D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F7757AC0-C5CF-4461-B1A1-668F075C4B0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30E0743B-1567-4B9A-8DB1-E9FFB45A2C03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BB63D83B-FD46-4FB9-B1C4-18802E046410}"/>
              </a:ext>
            </a:extLst>
          </p:cNvPr>
          <p:cNvSpPr>
            <a:spLocks noGrp="1"/>
          </p:cNvSpPr>
          <p:nvPr/>
        </p:nvSpPr>
        <p:spPr>
          <a:xfrm>
            <a:off x="40100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07154EFC-D3D5-4EE0-9B4D-05A988AFFA5F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840F984-5F23-477C-99B7-BFCE2F5CF230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C6419836-C7D2-47F0-B522-1A8C41379DA1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00F401B0-3590-4DF8-A4D9-D6BAE500388C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DCC6B66E-2B61-4180-9659-198A615D7BF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DFA551E6-45FC-4B33-A09B-267CF165C73E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00A14E68-B116-430B-86D4-B2E13190964E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03043CDE-DC91-40CA-840D-B39F516EF721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3CABA320-9EAA-4D27-926D-6466D82CE30F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405B7956-3753-4F5E-8CD3-3F1AA6A998D4}"/>
              </a:ext>
            </a:extLst>
          </p:cNvPr>
          <p:cNvSpPr>
            <a:spLocks noGrp="1"/>
          </p:cNvSpPr>
          <p:nvPr/>
        </p:nvSpPr>
        <p:spPr>
          <a:xfrm>
            <a:off x="3953238" y="1842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D8D0D118-DD7F-4C9F-A867-D4616F6BDDB9}"/>
              </a:ext>
            </a:extLst>
          </p:cNvPr>
          <p:cNvSpPr>
            <a:spLocks noGrp="1"/>
          </p:cNvSpPr>
          <p:nvPr/>
        </p:nvSpPr>
        <p:spPr>
          <a:xfrm>
            <a:off x="3999168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9A2C8CBB-ED92-4C74-88E0-93765F11C7D4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B177F9BC-A008-486C-B919-B76CC03591CC}"/>
              </a:ext>
            </a:extLst>
          </p:cNvPr>
          <p:cNvSpPr>
            <a:spLocks noGrp="1"/>
          </p:cNvSpPr>
          <p:nvPr/>
        </p:nvSpPr>
        <p:spPr>
          <a:xfrm>
            <a:off x="3982667" y="2448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7E21C8EE-D6E9-4EBF-940C-06AA4AF4D03A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9DC81342-54C2-4CF3-8961-B892B73923B2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CC8519E9-7F60-48A3-897A-4AF1AD1A7637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FB793956-5EDB-41FD-A925-69C3F01AAE54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42A5C408-0ECB-48D7-B4CB-874A4077633F}"/>
              </a:ext>
            </a:extLst>
          </p:cNvPr>
          <p:cNvSpPr>
            <a:spLocks noGrp="1"/>
          </p:cNvSpPr>
          <p:nvPr/>
        </p:nvSpPr>
        <p:spPr>
          <a:xfrm>
            <a:off x="4034944" y="233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DEB4D883-F3BB-4AAD-B55D-23CE8703738A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C96F98FA-D3AD-4FAA-8903-42F371621DBE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4E1DAB20-56C3-40AC-B0CB-ED931A4D4EDD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BD9B5296-758D-49BB-9736-F5175F101648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FE5115F-67A7-4F84-8B9D-683F88C6603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FF37F7D5-1170-42A0-B0BC-B4EEC2B3EC74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A1AB51BA-3F67-4BC5-9F1C-837A5DDD95B2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D0960082-4A69-40EA-8C4F-37CC28994911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9966B210-C1DD-45BF-B9C4-1CB960ADFF7C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6833524-606B-4264-9B25-09FEF684A442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0FB56D1-C6CA-4D83-802A-16D56A02ED22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8850CB36-9AF7-4A76-8734-31248ABAFAE2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4B557F8F-2EED-45B8-9E7D-27AE73E6CFFC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9BEA1DEF-354C-4830-B6CE-E4D3646CBD35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70303CD3-5170-4688-AE45-642B89C1272C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253FC45B-8E23-4723-9032-A82BFF58ABB6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DA826BE5-90B7-48C9-92A2-2C6C3E714018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B68A9D57-9304-4A8F-A6F2-B92E0E67E3CD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B734CE39-168D-4AE4-9B3B-E3B860577546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B7A081B4-A223-4314-A23E-5D68928C6C30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249202A4-F2C3-45ED-B94F-BCB5C6455029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D0FB938F-9BE7-4DAF-B0D3-E8C7C3C97182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232EC489-9ADD-44F8-B27F-DE52393C5088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487676E9-C4A0-4E90-9305-623FD792EA22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5A8096BC-3BDA-4F77-A203-D8478F089505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CAFD5686-B314-4995-BF47-7973E5A931D0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6DD4584E-B905-46F2-A847-EB9E44833E6C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E4E8431B-0F48-4BD9-8884-979AE1D5E6CF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6BC7137C-8FD1-464E-AA8F-AEA75047C0A2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9CD76437-E962-4081-B158-3D958EEA3575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0E9A5C05-BC69-400A-916E-B0D63B55D248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D87326D8-C32E-44FA-9E97-CFE6BDE8CA23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920F75E5-F9C7-43AF-8381-3396DBDA7ADD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E8462690-1C8A-4F8A-9682-9015284E8654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4D49D689-E7BC-4D37-9A64-E44B8BE12AD7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31BB18E9-710C-488F-8925-B52E7F9FE9B8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FA95BA24-092E-4CB8-A9C1-65F834978A2B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9A2AE5D5-D727-4862-A4C1-FEE9135A0A1F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35FD6691-266F-4B99-ADC1-F7DF5C37D905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7199ACD2-9B7F-435D-8946-09D612F23B18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BB509CE2-6D72-46F1-8B1F-CAE358E1A15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17ED8CE-D679-4D54-A4DB-AA9AFDB20D41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934AEC24-375E-4770-8A16-8D4C108F8855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D6C018A7-2CAB-4057-A274-2C70FFC9BEFD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26C50AFC-BB9F-4777-A07C-53148B1F21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684CFC05-306D-4A2B-9CCB-D83B2A3C4F30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213C5F16-89B4-4496-8562-C38C4A9B3A7F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AA2A2301-11DA-4A8A-B050-A40EC621B0D9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94896B41-C4A3-429F-82C0-BB15279B9FF8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3466E617-5467-4765-BF39-51093214FF04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601211A6-97C0-44CA-9495-48E5C58EC70E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03DAA8C4-34CD-4D42-BEDA-7145B88F9314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9596AC2F-3170-453F-92C8-437960071E27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7C1AD54D-A404-421E-A4F4-45532FAD12DF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872ECF97-CD1D-4FDC-998A-DAF55C9EB25D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667BE33A-F3D5-449B-ACB4-37E03F258704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D4F0457D-BAD4-48DA-9651-828D7783AD19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2CCD73ED-0321-42E7-A4BB-ABD69A459074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C41FCBDA-B4D3-49EB-8621-63784E87C41A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4237485F-9C46-44AE-8306-9673E7A45B73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882DA4D8-8F8E-4A41-A8B7-AF206FEA1E4A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44B9372C-E27A-4143-9315-3D941A07B05D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BDDB6812-3F56-4ADA-A3FF-F56938BF7FCF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DA3A554B-5D2B-46B7-95B3-F5CE61B4084D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C0C19F25-E357-4338-9E0C-074D230BAFE1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433881BA-8832-4FC2-A86D-47FA3882B978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808FD36D-6FA0-4D9D-9B2E-2218CA409D7B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4C4AEE4F-5CA5-4DDE-9FE7-3AC925FD647A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C2DC6F0C-D9B4-4653-B701-047029E64C60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65E591F2-AA75-4F63-8F6B-AA62B538C8E6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66BFAFBA-BDDF-462B-8C03-D683976E7B2E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EE2AC12E-EA1D-4FC5-B99C-F60C4EA5192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026E497E-D256-45A3-87D4-611E0E163C8E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580725B6-9ECE-48F3-9F6C-F31DFD031D27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896CFE55-5116-4E6B-B0A5-0443ED372B46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B535291A-D341-43D0-87B0-2B4B09D41D67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E9C852AC-5FC1-4CB6-99EC-FF7FAA0CAE9F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F2A20B03-062D-4AA8-ABA3-934B7E87283A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D7C0DDD5-08E6-44D0-8003-EAE8557DA569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79DA2960-CE1B-4D5B-A881-3DF417B95985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10C1DBCE-2AC9-4212-AB4B-582B7E523187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B12FEA6F-4038-47C7-BE9E-DC95CCD58615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4656B86A-95B3-468B-B542-6391C108C850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440FACE0-3A21-43C1-BB0A-51AFA83AFB85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C2703FF9-4B98-4941-87E3-A3308BCD3EE7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92E92A8D-A93D-47BB-BFCA-B639BFA0BEE8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D39F60BE-AA84-4E1E-AD2C-57778F6810E2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6A939CF7-5ADF-4611-B75D-C624ED12E8EF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F352744E-8A81-47D2-A856-A71391E312A4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39EB6DA7-CF60-4109-8D8C-607C2A89AD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9483EEA9-7308-4C4E-8E7D-08DB897BC39A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94918E27-D981-46DB-BCFC-D0E073A5200D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E20E1DB0-F7BE-4A41-8988-448D274F2F42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9CA5F6D5-9F06-4A55-9FBC-EBBFECBEC0B4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04542734-2453-4E81-BCD0-0BC570A321C1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C3B6C939-91BB-49E2-BAAF-A4934AA196A1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133C61F8-07DC-4F71-A834-28D67DFA6879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5162E920-CF76-4F61-B09E-54CBB7B7F613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1E832B02-A6E5-4F9D-BA45-799061717FBC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B71AB198-BD20-411A-B18D-377125727ACA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1240CE98-0E7B-4D2A-9A2E-CABC3227BA27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E3AC179D-2E3E-4B66-89CA-44016C91A9E0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2DBEA279-2B6A-494B-A515-2D4E36760954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F0E18F1D-B908-4594-9880-C28547C68F89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F39BD1E9-5D3F-480A-ACFC-F6005441C70F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C70001A1-FAAC-4C9F-BDCE-581CC11FBF0A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3EE09814-7463-4B93-8674-C4160EB16B98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2CAD88C7-66F4-4044-A460-7E66B8899B2A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F81F32E8-0CCD-4CEE-BEFE-5D4E9479795D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FD02108B-4916-4D82-B529-52A0284B962F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33BC9FD2-12B5-46A8-83FF-F07C7277580B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10D76D18-41C9-4ADC-AF24-4DC8322D8B45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C636FF9B-427E-4219-8EEC-DB2D21F169CA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5260D568-7B8F-4BFF-92E1-742CD6A6B7A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86CA8E45-D4A3-4BA3-B111-F0BEA362D103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FFEA887A-6E51-4925-81DB-E68785917BF8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C867463A-0F7C-4329-A013-75340944C23D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234FD12F-9B96-47FA-9090-7C51BF0538C5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087C93E6-7B02-49B1-9B2E-84E0676D1B97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A1E238ED-68C8-4F08-A849-5C8455D418DC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0208C2D7-30E1-40BE-9CFE-264C7CF6D676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C32DE3FD-A847-46CB-84AB-8C19FA4FD253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C4E88BBB-B9D3-4770-8E25-15342D67406B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3BD8A707-E7D2-442F-8AC4-C4D81E3F2CE7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C5F14EC2-7894-492C-8806-7557078DDF58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3F625E05-A900-4579-994E-F7E61874C984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C4FD0F6B-082B-458C-8470-1CE298E613EE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FF15A9BD-90C6-46FF-96D8-AF5A4CDF9FF6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03DBA1E4-CA6A-4860-9446-79DCC29121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66E481BC-38E7-4947-A9D8-60D1F7E8B7D6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1E010995-780B-4C9F-9824-7425C33B5B21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F952B309-1E1F-472D-8C76-BF89C370BE83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C56D0C9-2007-4260-9EC7-95EC95135D00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18583D9C-46FF-401E-9089-8C99563D6597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BD30552E-418A-437A-8C7D-D4947529816E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E9C2DC39-9265-46CE-A7CE-D8377BF6577E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CA8C7803-B224-4415-8B3F-75B3F7590148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AB6F2C8C-AC07-45BB-BC35-F361A67D022A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392A25B3-DB51-4D28-8F1C-9D7B0A7F0999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80D6DBEA-7EA9-4CF2-87FC-2EDEA8FDE83E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39952E55-D696-42CA-B2FE-BA480CAB6EA4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0E79F2C6-479A-4599-B6A6-5E3F0393F347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671E8153-BF15-4745-8996-CD48CE17E395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A7B4B97D-FE1B-494D-B2C5-9DC27DB2C0AE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EC4C25DC-9344-40E6-9C7B-6EE5F8A769B4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12CA8BEB-468C-470B-8E3E-798A5C280A4C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33447912-B523-4A60-AFEA-1D1EF54694A5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7FE33F35-0E40-42C9-A1CA-7BF8D43C680C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C1604E32-CEC5-4BA9-8B54-373186A7F0D4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03801FE7-91AA-4689-A5CF-26A516AAF662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A67D5A9B-C4C0-4ADA-88FF-7191E5E95B70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093E6A60-5E79-4FAA-80CD-AAD302AE0A96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4C1D0870-2790-4FF0-8AB4-0F028AB5448E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5A4CEBCA-FF83-4006-A2B5-B3501C2F5862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25A3D854-4278-4534-94DA-7D6A1F50CDA7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5B7DF256-3A8F-491A-A7D3-478DF3163289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03E6DE35-1F46-49BB-815A-63F297500CCE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E58EF869-8106-4654-B835-97630FCD0807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3E1AAB13-48F8-4007-82D6-166DD25D49FB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97E1F7F7-9F79-4D65-896A-778A11C3CB68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2164A757-A160-40D8-8C36-F2428E8654F1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33285D82-4C96-4967-A615-BF98C27D533D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DC65898A-1CD9-47F6-8207-BEDF63DFC400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0B5F67BA-0707-429D-8914-FA9B6F2A56BB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6EB45BFD-1733-45A8-B874-2A5C797185C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315CB30-BBD1-4995-8F34-FEF1F4FE2593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07F44815-CC8F-4FED-B220-7B0366F285FA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56B9CB9D-3A3A-4A4B-A2EB-8537DAFAF3DB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E89876BF-B72A-4FBB-BDEC-D87AF98AC95C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6C1456D-FC3A-40A6-BAD1-BD86C2B39E1D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6C3BAC59-F7A0-48C5-B2FC-58C7D7FE20E2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F3F25DDE-CBD3-46C9-9DFC-5D1A4FBA61B9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812BCBE2-5269-4338-ADF9-22F2247854C4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BFA68F1C-13A0-475B-8542-E4257756A5C6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F9BF8B39-76B0-4374-A8E2-7BD80F6C8B73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F136B6F1-11A6-4058-AE58-AFF36FC64CD3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3E4649A5-581A-408D-A39F-7ECF48228233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D9352AC0-5581-46EA-98CA-BEFD3C7E63F6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A001E996-164A-4B49-AB4D-4CAD32EE462D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165344E-2E6C-4A0F-9F29-A103669E8DE7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1F763DB0-4CCE-4564-AF00-3DD47C651021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FF241A26-FAB2-44FF-8F62-C38AB138E66E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C88BD829-5656-453B-94F4-152E606BFB37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6A9285A1-DA7C-441C-BEF6-A083D762E601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C0D245BA-C886-495D-8925-5D6569A386DD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AD8C9C8C-1A49-4F02-B14F-B784F257688D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35766AE5-5B8F-49E6-99A8-FA41523F1734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71BEBAE4-58B7-4188-AE2D-E72DF0456BDB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40D593AB-150F-4235-8781-66D43DDA17BD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57D18C17-6760-446E-A655-10E27FFBF7FB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CB3DC9B1-CAED-4925-B6F4-D446D2C28F61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901F5643-A621-484D-9E9F-AE92E844D137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0DC155E7-2DDE-41CB-BBBD-37FE31ED1403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56000BF4-3630-4903-AB21-CED0D9A7924C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EAE4C436-2D1F-411A-85D3-4CA51B89FDD2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DAEB88F1-3A39-4D3C-9C1A-43CEF6947698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5F89E601-6975-41A3-A22A-54E618C5F8D9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756EC754-D821-41EF-ADB7-DD80848AA14C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895FC62C-6028-4407-9644-DE7D6107E6E8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3C92A882-D683-43DF-B22E-E9CDB8FF806B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A4D49B3C-FACE-44F7-BFE3-1DCD6B7989FC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13674F91-AB2B-4903-9EFC-33205D50670C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CE0FEE92-C0D6-4842-BA75-4E660472EDB2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8938E562-B6EF-4A91-BA37-2D39B3AC0C42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BA550AAA-6CDC-4CA7-AE25-FEDFA9B0CC4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AE6716DC-54D8-4FC8-B2FD-3472EA3C8C22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4DFBE7C4-A19D-4A3E-81BC-5B8EC1C21030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DD1AEA75-AE31-4E9D-B6EE-7A5370B0DD7B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F84C3422-0306-49EE-AE63-F2C4A128F02D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16CBEB5E-0B53-4CA1-AF56-8AAE6894EDA2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BBA7340C-2F40-412F-A7B2-F29256DDC9DC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67A656E7-E9D2-4198-8328-9DD2D0C34AD5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96D3D45F-B519-4416-980B-31D28BDF22C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5F5C4548-3291-4622-983E-8B497767902F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035FB014-8753-4511-8BFE-15E1F2F817E3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FA4B8521-DC8D-4E29-8E15-E2A47DD0EC6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07719E49-CCCD-4A72-92FA-789E9BB8E324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288981FC-EAC2-4147-9179-B45C0B76D62F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FC6637AA-A919-408A-9D85-40BC5D9D7A6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25054DA6-E77E-473F-BC3B-4FB5BD85D8C9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C78E1DF9-F9B0-4125-BF82-C4AD5834B84B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C712E574-FA3C-4BB6-86B2-AC497F3EC615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32EDC348-B357-4880-956C-784F5183565B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0346EA1B-F950-46EC-904C-88CC9303678B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E1635B85-77B0-42AF-A721-84A295E94D1B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7AF78524-5CAB-48D2-B7E4-5D88E7FBCBB7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AD1D6094-5CBE-4A4A-B39E-6073D7F6E872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88E2A6F2-571F-47EE-A2D8-FF020CD3C14C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8B257F9F-B1E6-4C24-9F59-22129799125F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930DE6B4-F630-4E4C-BB9B-CE6E471B5647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4A59C438-67C1-4982-933D-D8FEEEFA5E3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62174D7A-DEDB-4B44-B93B-3FBB5B21900F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4FE05FA0-C3E7-41C7-9711-6570F51AFCBC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3EAD4A99-76D4-446C-B245-E33587A2C146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85D5E19-7B62-4F03-A047-C66FBC8264FC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6428071A-039F-482C-91D8-405E3BF6B96D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3CAA7231-19B4-4F6A-B090-1162B2969DB4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F555F53B-B8A3-46A3-821D-3C5B576B57CB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7993A625-A913-4D35-AEB7-F550C6A88E99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DA83E867-E348-4A7D-8DAD-AE4F27CE878E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3835C972-87AD-4613-8E0C-AAEFFC67BA65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8D30464C-DE22-4896-87CD-CEDE8B774F1C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1EAA77B7-CA44-430C-81D0-4C64D77AFC37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31F4BAEF-E326-4C72-B747-E66FB360684C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6555942B-5FB9-4297-9EEE-4A60C3A6B973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4670585-C722-46FC-BDE2-DCCF204E3471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0FF5ABA6-273F-42A0-8856-3646AF2E7F35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FA95B21C-132E-49BB-B9F5-7D34AE93E910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D1625A2F-7B20-433D-AD74-68EE3046E318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EF517F44-026F-4F4E-9772-4882BD0FBBD0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6A9DE0D9-8934-4956-975B-8CE0670F7189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EA7A70E0-4063-43C0-BED5-7FEC266BDB93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93C8EFE4-66EA-4044-A917-2C8BB343B029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480474D0-BB24-4C7A-95A5-A8CBFB6C02CA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771254E4-C1A5-48CA-80B2-62E45DA3009B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0CA42E00-15BD-450A-95C7-A6A44AEACC86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325464CD-8DA8-4BB0-9F3A-6794A38DF7D7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3C0A26AD-ED10-48CD-A141-70691B3AB1EE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2B165D95-E9C8-40B0-8674-88A9DF5FAE68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21860940-71D9-4633-B63B-944E8563566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822E752C-15B7-45FE-AE02-AC727C317803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6F8DDDB3-3C66-4A7B-9237-88F625B75CB9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83486929-805D-42CA-817D-E0BCFADD33EF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B370E19F-25D6-4AE7-A975-B264421B7643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0F8202D2-4447-4787-B80B-57A02C05A284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155EC5D5-CC86-4C05-93DF-EBA92AE84DAC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0E4C3F47-6D00-45FC-A5FC-A34677776F04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FC27B638-B72E-40D7-9800-C289EB8347A2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EB61ABE9-1E90-4B7B-9153-6833FA14176C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CFF82AAA-999B-4208-975E-B287A961BAA1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37CFD89E-6F2A-4040-BC7A-A1524D103DEB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8C36509E-42F1-4820-AF64-624436088017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E84208E7-816A-4C0B-B82A-C3C82057406D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58137CB8-826A-4679-93BC-BA65A8810E7F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C52EA2EE-4E74-4665-BA71-D6DB5BA46A23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8EF142BC-5889-4B21-B75B-9293F73A8F03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0D86147-C03E-47C2-A9D7-51C40124120D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FC39574D-0B4D-4A21-8F98-A0B829939205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EC29FDA4-796D-434D-98C8-9C76AB2EBA2C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EEADE5A-1A9D-422C-84BB-E3BD88F2BE87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403CDF0E-36D5-4A5A-BD04-9AFF7C40901C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6F87F4-E355-46FB-B4E9-262474B5D8E0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2318D369-FB1D-42FB-8716-BB4ECF6C4FA1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F6A601CC-9324-4B68-882B-6B117A3AD620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28D86AFF-C013-4AAC-B778-D4835A883E7D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A97AAE6C-7314-48A6-9E86-2A8CE12B83EB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07AA045E-ECB6-4C15-A52B-3F7221ED115A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D2CC4682-E09F-4FE7-A838-A2B45C500D98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A63EF397-704B-494D-8255-A18AD27315C3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D5F59FA7-9FD8-4880-89C9-59E0436F8C9E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ADEF5BC4-78B7-4556-A9FF-6E50E0E0FCFB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FE62317-8856-442F-99E7-62D1C71878E8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7622F9D-FB9D-40E9-AA86-D1B1A391E65C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B4C19DB0-18BE-4622-A0BB-70D3EB7343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D2FD9BBD-3746-4FD9-9515-F738133040EB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478FE9F3-3FEF-4BB9-8A8B-9FCCCB42E095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F6DD0B76-5218-42FA-903D-6018C9B1B772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63CCA560-6EF3-46DB-8DE7-4B327519AEF3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667AA0EC-2E57-4645-B21C-B0907483E8FE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5B6BE6C-3A3F-4997-8BE7-6EADA0F2A991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9F24AE35-2C65-4A81-AF89-11D7A80672F6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16D26458-5644-41DE-9CC7-2CDA4162BA44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086B8642-9931-4EF3-B8A4-4E89D77640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A673EB75-596B-47B7-BEA2-917D4E2D9A42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50161685-C77B-426C-949F-F0C6C08ECF13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DAFEA4F6-A327-4377-85E8-BED941E61ABC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9A116A66-353D-4CDF-A864-25B94F04E944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54D9F875-B5BD-419B-973C-6709B9648FFD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36BF0065-50A4-4087-BC7F-556C487B7731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7AD5D2E5-4A30-49EF-893C-DDBDF350C494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49A97858-3F19-411A-B393-88DDB285DB91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0D7A83C4-3521-4B8E-BC51-A0CA13E082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858F6B90-3723-4F47-8BB4-9EAFA2B63D00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18086B54-E777-49DA-BD62-8698FF53A3AF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64FB4A9E-E10C-49B5-B0B3-4C61245D54FB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89564C96-3D8C-416F-BB11-8A1E359EAE5B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D8299F45-4398-4FE1-9312-80CC1F4B9279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46379024-6ED9-4461-85D4-3E49729D1E60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43EA597E-E53C-4ED7-9060-C27E92C321C9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85E631FB-A81F-4401-8CF1-2C67FC2C421F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381AB13E-78A7-42ED-8446-39FC29DC8162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EC0AE6CC-F108-433A-9002-01F971D71EFB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CD9D8576-48AF-40A0-AFA3-D07B5CD35DD0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56705C30-4988-4E3A-A74B-E40C4FC6B7EE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D46AF6E3-5839-4212-B430-E3C55086CF1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778C9699-0805-4B7A-8AC2-A1AA5A24FDDD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9C8C8143-5051-4F35-BB9F-2ABD9916D37A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E31A4BF3-46D8-4CB7-B81D-D898E0F175C8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520D6000-8B45-4FF5-9F55-549EED061354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0214B65D-DAB4-4DC5-9EED-738FFA23DEC7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2AB48F40-84BC-4273-95BE-C5EF4FD370AD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7F18A64F-215A-4A65-8537-F7F859568629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C6A3E64A-3193-413D-A236-9515C52CEE7F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F8525051-E41C-441A-AE27-586DC98EDA7B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847E0E3A-57FD-492C-B4F0-04A40E1BE44C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455F0EF6-FE9B-4223-BB25-FFD80D9C8D74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9458B52A-2634-4B05-A589-6B2791E6A18F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F1068FCD-F7EC-499E-9FF5-448483A9AD0B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5E9E38B-76BE-45CA-9882-5E316A365906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D043186-326B-4EF0-9975-B7257186AB92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799701C4-1945-45C9-8E8D-FCF6CFC0FA72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C54B2508-8788-4A93-AEE2-75C49CD03A34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9BF040C2-0EF3-4F54-AA4D-610D4EC96B6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2A741CC4-018B-477D-9C8D-9C372598DF61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B88CEBEB-FD03-48C4-B1B3-41FFAC24C51A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31E94FD0-76F3-4A61-A60A-4A25CF72D32A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7A726287-3405-4F01-82F1-7332AD3866BB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7F896BAB-5D60-4D95-AB70-95AE64FC102D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BA91CB3-2391-41D7-A056-7A10810372F0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2E96082F-1174-414C-8C8A-2389398DEFF9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B3E6C75F-94E3-4369-8AF6-15A1896E5FE3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3B06DCD6-00AE-4EC5-802D-48A90F6AD07C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19CF9546-1BE7-4A67-9AE8-852E4FD19EB2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0298383-7005-43FC-ABBD-076461220787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1E02C645-A123-4EC9-A99F-0AFB54839E79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5E4D630B-7F1B-47EC-8E59-E495BB7223D3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5368D24B-4B6F-4030-8AB0-45B5CCF44859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603EE6EB-B10F-4C02-9270-E01FCDFB6C1A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CC0C081D-1F9E-42C6-9385-058E5BDD2558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F0BE8F9B-11C7-4B86-8770-140D602E491F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482D7CA-AB3A-4535-89FE-04BC39E7E8C4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06FA9619-2EDD-4764-9F76-3FFC8EE9B27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D10D6480-3780-4373-BB0A-8F0A1070D6B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1CB6EA76-2E27-4CCC-93A2-CF8662E3D345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64923EEB-7068-4B8B-829B-E00C77C14EC3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4DEF6657-0064-4D3C-9A2D-32A90203B5B1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327CC02B-E7A6-4CE4-AA06-9536CF67AD01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D6E48C2B-43E0-4822-A65C-CBD58257E4AB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870A24AE-50FA-4530-B3CF-75C73678F1AB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32F11289-4033-4025-9815-FBA23A189CEC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10496631-A3A3-4EBE-8BEE-527AF3A7837D}"/>
              </a:ext>
            </a:extLst>
          </p:cNvPr>
          <p:cNvSpPr>
            <a:spLocks noGrp="1"/>
          </p:cNvSpPr>
          <p:nvPr/>
        </p:nvSpPr>
        <p:spPr>
          <a:xfrm>
            <a:off x="4297190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5AF1A297-BA4A-444B-BABD-E9814B04DB8F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CF513D23-C9B2-4E9C-8EFE-000B8943FD99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4D24FF2A-CECE-4963-BFB7-498FDE526940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57DF86CC-A609-4CCB-A190-2D0C13E90DC6}"/>
              </a:ext>
            </a:extLst>
          </p:cNvPr>
          <p:cNvSpPr>
            <a:spLocks noGrp="1"/>
          </p:cNvSpPr>
          <p:nvPr/>
        </p:nvSpPr>
        <p:spPr>
          <a:xfrm>
            <a:off x="426232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04470925-6F6D-44A2-BA50-B9DA4B39D9F1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E3598FC-A524-44E6-A89A-068F920F8FE7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70D305EA-C510-4D87-A9A2-AA80D223523A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D3759853-FBBE-4E39-A98A-23785AE03737}"/>
              </a:ext>
            </a:extLst>
          </p:cNvPr>
          <p:cNvSpPr>
            <a:spLocks noGrp="1"/>
          </p:cNvSpPr>
          <p:nvPr/>
        </p:nvSpPr>
        <p:spPr>
          <a:xfrm>
            <a:off x="418500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E74EA15A-8EE8-4313-B866-3F1456BAA471}"/>
              </a:ext>
            </a:extLst>
          </p:cNvPr>
          <p:cNvSpPr>
            <a:spLocks noGrp="1"/>
          </p:cNvSpPr>
          <p:nvPr/>
        </p:nvSpPr>
        <p:spPr>
          <a:xfrm>
            <a:off x="4298059" y="17638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B8E751FC-576A-4DAB-B835-BAE57186D17A}"/>
              </a:ext>
            </a:extLst>
          </p:cNvPr>
          <p:cNvSpPr>
            <a:spLocks noGrp="1"/>
          </p:cNvSpPr>
          <p:nvPr/>
        </p:nvSpPr>
        <p:spPr>
          <a:xfrm>
            <a:off x="429547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77BDA392-E5A0-48A9-8D1A-6B51662760E4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DD88C1A5-9D3C-41BB-8B3F-DC51F1CF521E}"/>
              </a:ext>
            </a:extLst>
          </p:cNvPr>
          <p:cNvSpPr>
            <a:spLocks noGrp="1"/>
          </p:cNvSpPr>
          <p:nvPr/>
        </p:nvSpPr>
        <p:spPr>
          <a:xfrm>
            <a:off x="431674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79D73DF6-97D2-4F7C-9F0C-DF08ED7CB954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E3B82BD6-6CF5-47F2-A7DF-A10DEE580A21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92AA0C1A-62E3-49CB-A937-D2426AE8E5DC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D4689A66-D274-4A8C-9979-62A4C34EBE52}"/>
              </a:ext>
            </a:extLst>
          </p:cNvPr>
          <p:cNvSpPr>
            <a:spLocks noGrp="1"/>
          </p:cNvSpPr>
          <p:nvPr/>
        </p:nvSpPr>
        <p:spPr>
          <a:xfrm>
            <a:off x="4205549" y="25551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953B4B9E-BFF5-44C5-8D25-CC4BEC188C82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41376F9-6808-4011-ADA0-9885E8B15890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E5F19B1-2FEF-44B6-88A7-4A30974CBDC4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FEF45AEE-AA8A-43B6-A0BF-EB1FA86D352A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4F9A4D11-A462-44C1-899B-AFA5A0E1929D}"/>
              </a:ext>
            </a:extLst>
          </p:cNvPr>
          <p:cNvSpPr>
            <a:spLocks noGrp="1"/>
          </p:cNvSpPr>
          <p:nvPr/>
        </p:nvSpPr>
        <p:spPr>
          <a:xfrm>
            <a:off x="4302772" y="234192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ED0EDCAD-569B-4988-9006-F03C0396C803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34FADCDB-C4EE-49BE-B4C0-313DBE6E2A48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F78006AA-99C3-4F7F-815B-6738A4D95DB1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38CDD4FA-C20D-42E9-97FB-4EAAA6812B26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B992EA83-DD30-441D-A2DD-9D1715CF07E1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7C98CBCE-4D7C-450D-941B-A021D326981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1D81A6F1-4C31-4360-8CAE-BC50AB9C8CC2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93D434A0-EAF9-4B33-9B95-D657C2D7A7DB}"/>
              </a:ext>
            </a:extLst>
          </p:cNvPr>
          <p:cNvSpPr>
            <a:spLocks noGrp="1"/>
          </p:cNvSpPr>
          <p:nvPr/>
        </p:nvSpPr>
        <p:spPr>
          <a:xfrm>
            <a:off x="4203803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385CDD4-C8E8-4689-B744-A740C0233D4C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6BD94ABE-B1F3-4051-BDA9-0633B0BCDE5A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A8B74795-E173-4C2E-A1F1-9DC4B77116B2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D12ACC38-2FEA-4333-9028-95D22DF8CC8C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33CAB030-5C18-43F1-A9D0-8563D9C5EE08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60E6B0C1-74A9-433E-AAA4-1484DB756BC8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76F15EC-F43B-40A4-B3EF-95F7B9D9F0A3}"/>
              </a:ext>
            </a:extLst>
          </p:cNvPr>
          <p:cNvSpPr>
            <a:spLocks noGrp="1"/>
          </p:cNvSpPr>
          <p:nvPr/>
        </p:nvSpPr>
        <p:spPr>
          <a:xfrm>
            <a:off x="4316450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B3FC947D-96C8-408F-9198-B1EC5B8004FC}"/>
              </a:ext>
            </a:extLst>
          </p:cNvPr>
          <p:cNvSpPr>
            <a:spLocks noGrp="1"/>
          </p:cNvSpPr>
          <p:nvPr/>
        </p:nvSpPr>
        <p:spPr>
          <a:xfrm>
            <a:off x="425682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A53448A-54F1-4A96-80C3-089A5521987A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BA8BD6AE-F488-4291-99DA-8CC15630C22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EA8185B3-A8A1-48F3-A8EA-50C49981A457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ACF47197-D75C-462C-B0D6-AEEB0C3CE70A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AAC06366-47E8-4037-BD5A-7F11D1623DCD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9F8B7885-A44D-4330-8B2F-88ED1D483AEB}"/>
              </a:ext>
            </a:extLst>
          </p:cNvPr>
          <p:cNvSpPr>
            <a:spLocks noGrp="1"/>
          </p:cNvSpPr>
          <p:nvPr/>
        </p:nvSpPr>
        <p:spPr>
          <a:xfrm>
            <a:off x="4204015" y="23384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F96F488B-7E26-46C9-ADD7-38781205E280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13C803E4-EDD1-4929-A4D1-795637F56A5E}"/>
              </a:ext>
            </a:extLst>
          </p:cNvPr>
          <p:cNvSpPr>
            <a:spLocks noGrp="1"/>
          </p:cNvSpPr>
          <p:nvPr/>
        </p:nvSpPr>
        <p:spPr>
          <a:xfrm>
            <a:off x="4182595" y="24942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E9CD9E7D-9336-44CE-9360-83596C233D9F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913407E0-2A2F-4FA8-A9E8-B7CC929A04E6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513B2EF2-0DE8-4E66-AF2F-3507455714CF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E441FFDA-AC91-4B3A-8D49-664640472EA8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B2B0A6B7-88C9-418B-97DB-4BCCCE438FE1}"/>
              </a:ext>
            </a:extLst>
          </p:cNvPr>
          <p:cNvSpPr>
            <a:spLocks noGrp="1"/>
          </p:cNvSpPr>
          <p:nvPr/>
        </p:nvSpPr>
        <p:spPr>
          <a:xfrm>
            <a:off x="4198341" y="2180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B4415E86-FEDE-4749-92AA-90BFC32360E6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3C986311-B7D5-4BDA-8BDC-A51B8229F0AA}"/>
              </a:ext>
            </a:extLst>
          </p:cNvPr>
          <p:cNvSpPr>
            <a:spLocks noGrp="1"/>
          </p:cNvSpPr>
          <p:nvPr/>
        </p:nvSpPr>
        <p:spPr>
          <a:xfrm>
            <a:off x="42987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922DEE6A-E9A4-4699-855A-53DD0DDE6D58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81FE9339-5D61-4682-9545-212C116F4F33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11147633-A18C-462A-AA10-C9C7FBA133EA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4BF853E3-03D6-40A6-BAA9-168DB70FE348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92F2BF3F-92A3-444F-A3EC-4E62542CB772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09116DDA-095F-4CFA-8DDB-CB06EF7BF21B}"/>
              </a:ext>
            </a:extLst>
          </p:cNvPr>
          <p:cNvSpPr>
            <a:spLocks noGrp="1"/>
          </p:cNvSpPr>
          <p:nvPr/>
        </p:nvSpPr>
        <p:spPr>
          <a:xfrm>
            <a:off x="4316781" y="16377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905AFCC5-31A6-4338-85E9-8283DF30E915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2D4CBFDF-1FB1-4828-B662-F38996D43D89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AFD519A6-4FD9-4CE7-BC53-952914EAEEB7}"/>
              </a:ext>
            </a:extLst>
          </p:cNvPr>
          <p:cNvSpPr>
            <a:spLocks noGrp="1"/>
          </p:cNvSpPr>
          <p:nvPr/>
        </p:nvSpPr>
        <p:spPr>
          <a:xfrm>
            <a:off x="4305552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3165F20D-F356-4F21-A749-8961AAEF0214}"/>
              </a:ext>
            </a:extLst>
          </p:cNvPr>
          <p:cNvSpPr>
            <a:spLocks noGrp="1"/>
          </p:cNvSpPr>
          <p:nvPr/>
        </p:nvSpPr>
        <p:spPr>
          <a:xfrm>
            <a:off x="424479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C96BD027-5AAE-4050-94B9-FD1219A31A5D}"/>
              </a:ext>
            </a:extLst>
          </p:cNvPr>
          <p:cNvSpPr>
            <a:spLocks noGrp="1"/>
          </p:cNvSpPr>
          <p:nvPr/>
        </p:nvSpPr>
        <p:spPr>
          <a:xfrm>
            <a:off x="42749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DFBF065F-49D1-4997-93C8-848861010A4F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04F6AC71-09D0-42E9-946F-E53223E757EE}"/>
              </a:ext>
            </a:extLst>
          </p:cNvPr>
          <p:cNvSpPr>
            <a:spLocks noGrp="1"/>
          </p:cNvSpPr>
          <p:nvPr/>
        </p:nvSpPr>
        <p:spPr>
          <a:xfrm>
            <a:off x="4313075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8F8D8EAE-CC7D-4E41-8B29-3806BB8AD015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09427195-BE44-49D1-A9C2-7CA52C942CB9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34B057C5-3946-43CD-BCAC-CA0B02EB9C0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3ED07CFE-21CF-4C7C-ADB9-37191BA6F6F9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C6FEE7FE-4DBB-4108-B652-F1B7E59D535D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CE52461D-5C50-4B79-89F9-32A5D5D883E9}"/>
              </a:ext>
            </a:extLst>
          </p:cNvPr>
          <p:cNvSpPr>
            <a:spLocks noGrp="1"/>
          </p:cNvSpPr>
          <p:nvPr/>
        </p:nvSpPr>
        <p:spPr>
          <a:xfrm>
            <a:off x="424299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41AB1778-AC26-4962-9797-6FE5639E5D37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01716EB0-2025-4A97-A73B-B8387ECBD00D}"/>
              </a:ext>
            </a:extLst>
          </p:cNvPr>
          <p:cNvSpPr>
            <a:spLocks noGrp="1"/>
          </p:cNvSpPr>
          <p:nvPr/>
        </p:nvSpPr>
        <p:spPr>
          <a:xfrm>
            <a:off x="415958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C60CB8C7-FE75-4F65-84A9-BC48F4801C4E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FDADFEFA-0B4A-4E85-837E-94187FF4599F}"/>
              </a:ext>
            </a:extLst>
          </p:cNvPr>
          <p:cNvSpPr>
            <a:spLocks noGrp="1"/>
          </p:cNvSpPr>
          <p:nvPr/>
        </p:nvSpPr>
        <p:spPr>
          <a:xfrm>
            <a:off x="4217926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9B94FB39-0A68-4B58-8225-22A57ACC5594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B668CDDF-1A4F-4857-9E72-35BFAFA9F150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39D65B10-00AD-4634-9345-2BC83F1AA14C}"/>
              </a:ext>
            </a:extLst>
          </p:cNvPr>
          <p:cNvSpPr>
            <a:spLocks noGrp="1"/>
          </p:cNvSpPr>
          <p:nvPr/>
        </p:nvSpPr>
        <p:spPr>
          <a:xfrm>
            <a:off x="4293666" y="2261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CC61B559-92B8-4437-BDB8-149D365129A5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74B339B6-DCB7-4837-A17A-12B8D47272C4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52F2701B-D13E-49B8-9619-142F48A05FCE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8F10DF31-975F-46C9-BCE6-BC94A50BCFD9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78894489-5669-4692-83E1-3562620B75D9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22CF49C9-294B-4246-B800-B43176027C6F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A4C57F6-67B5-4E41-92DF-BDE6BC1CA5E6}"/>
              </a:ext>
            </a:extLst>
          </p:cNvPr>
          <p:cNvSpPr>
            <a:spLocks noGrp="1"/>
          </p:cNvSpPr>
          <p:nvPr/>
        </p:nvSpPr>
        <p:spPr>
          <a:xfrm>
            <a:off x="4166272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B4401FBA-7528-4C19-90B8-00ABC30CFBFE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FB366010-61FD-4064-80CA-239826730C32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611024FF-74C4-4D25-B6BD-C8F4AADC0639}"/>
              </a:ext>
            </a:extLst>
          </p:cNvPr>
          <p:cNvSpPr>
            <a:spLocks noGrp="1"/>
          </p:cNvSpPr>
          <p:nvPr/>
        </p:nvSpPr>
        <p:spPr>
          <a:xfrm>
            <a:off x="4190319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07F50509-B26C-443D-BA37-559A0E50252B}"/>
              </a:ext>
            </a:extLst>
          </p:cNvPr>
          <p:cNvSpPr>
            <a:spLocks noGrp="1"/>
          </p:cNvSpPr>
          <p:nvPr/>
        </p:nvSpPr>
        <p:spPr>
          <a:xfrm>
            <a:off x="4259118" y="21034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6D58C5F8-642E-42D1-AC51-4C02BD34B895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DAE78CDE-8FC1-437F-A237-2DADE388F6EF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3ACEAC67-FB83-4BFA-A5A0-967E84A6A3E8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98484EBE-E817-43D0-9FCD-6DBD9455EF9F}"/>
              </a:ext>
            </a:extLst>
          </p:cNvPr>
          <p:cNvSpPr>
            <a:spLocks noGrp="1"/>
          </p:cNvSpPr>
          <p:nvPr/>
        </p:nvSpPr>
        <p:spPr>
          <a:xfrm>
            <a:off x="41814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D3D79A26-981C-4991-86D8-FA4E09B0F426}"/>
              </a:ext>
            </a:extLst>
          </p:cNvPr>
          <p:cNvSpPr>
            <a:spLocks noGrp="1"/>
          </p:cNvSpPr>
          <p:nvPr/>
        </p:nvSpPr>
        <p:spPr>
          <a:xfrm>
            <a:off x="4234421" y="25979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B5A06B9E-B1B1-4B21-8949-8BF2C35C24D8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AD1E66B8-E7A5-4A4C-B878-B338A06E8147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DD6D1B22-DE41-4051-8479-670DD81020AD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BF21E046-7015-426B-8336-FA00FA98C455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D5C55A2C-3CA5-4AE3-AD91-604C329CC1E7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FF3CDE15-7386-41E7-88D0-7E3EE0EF55E3}"/>
              </a:ext>
            </a:extLst>
          </p:cNvPr>
          <p:cNvSpPr>
            <a:spLocks noGrp="1"/>
          </p:cNvSpPr>
          <p:nvPr/>
        </p:nvSpPr>
        <p:spPr>
          <a:xfrm>
            <a:off x="4184090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986F73CA-F70D-4EAF-84E9-1DB54138C4A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1EBFAD3E-D2E7-4FDA-BB37-98930EDB4CD6}"/>
              </a:ext>
            </a:extLst>
          </p:cNvPr>
          <p:cNvSpPr>
            <a:spLocks noGrp="1"/>
          </p:cNvSpPr>
          <p:nvPr/>
        </p:nvSpPr>
        <p:spPr>
          <a:xfrm>
            <a:off x="4236332" y="16419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67D04B8-6CFA-4EB3-809A-E268469D0C86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06658395-9A29-401A-BCA2-42AE4C98AAAD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E8F1AA7B-4263-4194-8F3A-3BFC6C66CE49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80339E7B-23B3-404A-AABF-AD8EF88CD0FC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6AED66CC-6FF5-4910-BE8F-D6AE4E622FE4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6860F336-8148-4325-B5F4-D53181B7C4F7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D2C96D29-9F1C-463C-86D5-277D6DE95C99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2BE7DB1B-7641-45B5-9B37-749EE91B9846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E168A64F-7B91-44C9-B4AA-31D391EF6599}"/>
              </a:ext>
            </a:extLst>
          </p:cNvPr>
          <p:cNvSpPr>
            <a:spLocks noGrp="1"/>
          </p:cNvSpPr>
          <p:nvPr/>
        </p:nvSpPr>
        <p:spPr>
          <a:xfrm>
            <a:off x="4247678" y="2005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A4464A8A-C120-4AA1-A18E-0566E9E70646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35CAAA47-6080-47D8-980C-F85C3C8E2192}"/>
              </a:ext>
            </a:extLst>
          </p:cNvPr>
          <p:cNvSpPr>
            <a:spLocks noGrp="1"/>
          </p:cNvSpPr>
          <p:nvPr/>
        </p:nvSpPr>
        <p:spPr>
          <a:xfrm>
            <a:off x="4185442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ECCC9EF-DC7D-4D1B-836C-FFC1E1B6E6E5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7523DEA-8A0C-420F-A110-20FFA3B63767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765B4E54-2D04-4A11-B70D-C15EC151351A}"/>
              </a:ext>
            </a:extLst>
          </p:cNvPr>
          <p:cNvSpPr>
            <a:spLocks noGrp="1"/>
          </p:cNvSpPr>
          <p:nvPr/>
        </p:nvSpPr>
        <p:spPr>
          <a:xfrm>
            <a:off x="4258457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44A62D93-4FA7-4A66-BC6D-09EF353C65BF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CE82F983-0D9B-4306-882C-2BB91CC9B74C}"/>
              </a:ext>
            </a:extLst>
          </p:cNvPr>
          <p:cNvSpPr>
            <a:spLocks noGrp="1"/>
          </p:cNvSpPr>
          <p:nvPr/>
        </p:nvSpPr>
        <p:spPr>
          <a:xfrm>
            <a:off x="422868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C40F22EA-216F-4C41-A98D-6C5F50A7C854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46C1CFAF-4B42-4899-B2AA-33CD2A80EF79}"/>
              </a:ext>
            </a:extLst>
          </p:cNvPr>
          <p:cNvSpPr>
            <a:spLocks noGrp="1"/>
          </p:cNvSpPr>
          <p:nvPr/>
        </p:nvSpPr>
        <p:spPr>
          <a:xfrm>
            <a:off x="4264097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E61B8BA3-EDC2-4A92-87AE-DFCA7228C38A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ED8E2DFB-8528-41FC-B9A5-E16FBCE1FFD0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9F97E760-6807-448D-8AC1-279A063C3037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B9CCC96C-C5A6-4821-A78E-E05C11173DE1}"/>
              </a:ext>
            </a:extLst>
          </p:cNvPr>
          <p:cNvSpPr>
            <a:spLocks noGrp="1"/>
          </p:cNvSpPr>
          <p:nvPr/>
        </p:nvSpPr>
        <p:spPr>
          <a:xfrm>
            <a:off x="4250991" y="23814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7C730DAA-3908-448F-AB49-B2BD92F0D96A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429B8BE1-477F-480A-8EB9-D376ADC77185}"/>
              </a:ext>
            </a:extLst>
          </p:cNvPr>
          <p:cNvSpPr>
            <a:spLocks noGrp="1"/>
          </p:cNvSpPr>
          <p:nvPr/>
        </p:nvSpPr>
        <p:spPr>
          <a:xfrm>
            <a:off x="422668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C7E39AA7-9597-468C-A758-C1200D8DFE15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287D7997-75B1-4953-A11F-12226B8B81FD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BA3A760A-109A-4389-BE91-BF5E4C861CA9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C51F9CE8-9C93-4532-B97C-882FCF272C75}"/>
              </a:ext>
            </a:extLst>
          </p:cNvPr>
          <p:cNvSpPr>
            <a:spLocks noGrp="1"/>
          </p:cNvSpPr>
          <p:nvPr/>
        </p:nvSpPr>
        <p:spPr>
          <a:xfrm>
            <a:off x="427894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7EBB4EB3-5123-4300-9842-80BFA5287DAC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61721CF2-CF7C-445F-8A14-6734BEFD4D2E}"/>
              </a:ext>
            </a:extLst>
          </p:cNvPr>
          <p:cNvSpPr>
            <a:spLocks noGrp="1"/>
          </p:cNvSpPr>
          <p:nvPr/>
        </p:nvSpPr>
        <p:spPr>
          <a:xfrm>
            <a:off x="4171136" y="24994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4F1B4C1E-709B-4092-9C55-F4ACDDA1CF90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033657F5-959D-4144-A623-6C933428A57B}"/>
              </a:ext>
            </a:extLst>
          </p:cNvPr>
          <p:cNvSpPr>
            <a:spLocks noGrp="1"/>
          </p:cNvSpPr>
          <p:nvPr/>
        </p:nvSpPr>
        <p:spPr>
          <a:xfrm>
            <a:off x="4221486" y="22682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7E623BB2-592A-4C25-899B-158D2FE635B1}"/>
              </a:ext>
            </a:extLst>
          </p:cNvPr>
          <p:cNvSpPr>
            <a:spLocks noGrp="1"/>
          </p:cNvSpPr>
          <p:nvPr/>
        </p:nvSpPr>
        <p:spPr>
          <a:xfrm>
            <a:off x="419619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E0B8F878-4029-43AD-B369-8E0147E7A041}"/>
              </a:ext>
            </a:extLst>
          </p:cNvPr>
          <p:cNvSpPr>
            <a:spLocks noGrp="1"/>
          </p:cNvSpPr>
          <p:nvPr/>
        </p:nvSpPr>
        <p:spPr>
          <a:xfrm>
            <a:off x="4203629" y="17883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49B4ECCD-5089-4495-AF2D-3103FA04756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A7FE754C-870C-47D1-87CF-3E574389827A}"/>
              </a:ext>
            </a:extLst>
          </p:cNvPr>
          <p:cNvSpPr>
            <a:spLocks noGrp="1"/>
          </p:cNvSpPr>
          <p:nvPr/>
        </p:nvSpPr>
        <p:spPr>
          <a:xfrm>
            <a:off x="4243429" y="1710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491FF18C-6497-4E56-864A-FD7D72ACDB85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3D2523A-59A4-4AF2-B65D-7E74A4FE1F4E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D6F9EA5D-3D4A-4517-BFD9-EBB323ECBAD4}"/>
              </a:ext>
            </a:extLst>
          </p:cNvPr>
          <p:cNvSpPr>
            <a:spLocks noGrp="1"/>
          </p:cNvSpPr>
          <p:nvPr/>
        </p:nvSpPr>
        <p:spPr>
          <a:xfrm>
            <a:off x="43169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80DA84EA-8476-47A7-A677-DCC1E2BC29C4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9F9FB29C-7733-447B-826D-8B4FA764D665}"/>
              </a:ext>
            </a:extLst>
          </p:cNvPr>
          <p:cNvSpPr>
            <a:spLocks noGrp="1"/>
          </p:cNvSpPr>
          <p:nvPr/>
        </p:nvSpPr>
        <p:spPr>
          <a:xfrm>
            <a:off x="4214296" y="21362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C209058-088B-47B7-BB32-7390057F9BDB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A35252BF-8BD1-480C-B954-89D111A5320C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EE8ED753-BBC0-4D17-9C8B-265ADDDFEE08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52FEC910-B481-4A4C-A6E1-6E25E095AA98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F65DB48E-CFB4-4990-B98B-4897A2453A9C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6017E12C-0C75-4071-B8D5-D2C6279039EA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9A18561A-7299-4E9D-9A49-439959BA04EF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5F3A950D-EE11-4B37-AD14-2658BF15C196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09933E82-2D28-444C-AA57-33848D37BD5F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599F78CB-EBC2-48AD-BEC0-3A49B70ECFCE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007FCD80-D0CA-451A-910C-956ADFD997F2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323D56A-A971-4596-B255-6D63BC72B9B0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EA9907A4-180B-47C6-88FB-72F2A210E13E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BCDC5B7D-DFC1-4FC1-A28B-215B13D22455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E4C418DB-1534-4729-8000-74F960FCF58D}"/>
              </a:ext>
            </a:extLst>
          </p:cNvPr>
          <p:cNvSpPr>
            <a:spLocks noGrp="1"/>
          </p:cNvSpPr>
          <p:nvPr/>
        </p:nvSpPr>
        <p:spPr>
          <a:xfrm>
            <a:off x="4260489" y="20330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14955877-3EF8-4413-809A-6C78780669AF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0B9B7E85-F8D2-4DC1-B871-EC2693669F51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65D65C3C-0F70-43CA-BE49-4D0FAEBB5285}"/>
              </a:ext>
            </a:extLst>
          </p:cNvPr>
          <p:cNvSpPr>
            <a:spLocks noGrp="1"/>
          </p:cNvSpPr>
          <p:nvPr/>
        </p:nvSpPr>
        <p:spPr>
          <a:xfrm>
            <a:off x="4239417" y="243961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4D13F2C-BBF1-4E58-A31C-D5A2D33AFDEF}"/>
              </a:ext>
            </a:extLst>
          </p:cNvPr>
          <p:cNvSpPr>
            <a:spLocks noGrp="1"/>
          </p:cNvSpPr>
          <p:nvPr/>
        </p:nvSpPr>
        <p:spPr>
          <a:xfrm>
            <a:off x="4213882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24656D21-C2BA-4196-A1B4-91E6D41AEF19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980E9B79-6AB9-4078-B25F-90286659B5CB}"/>
              </a:ext>
            </a:extLst>
          </p:cNvPr>
          <p:cNvSpPr>
            <a:spLocks noGrp="1"/>
          </p:cNvSpPr>
          <p:nvPr/>
        </p:nvSpPr>
        <p:spPr>
          <a:xfrm>
            <a:off x="417374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99C04873-98C5-47BC-8E78-2F9A58027742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079E0D87-30D4-4D6E-A4E6-DDE8AE5043B7}"/>
              </a:ext>
            </a:extLst>
          </p:cNvPr>
          <p:cNvSpPr>
            <a:spLocks noGrp="1"/>
          </p:cNvSpPr>
          <p:nvPr/>
        </p:nvSpPr>
        <p:spPr>
          <a:xfrm>
            <a:off x="4275872" y="23333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E294F580-04E8-409C-B27E-CBC53CF974D8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E6236515-A023-4F53-BCE4-4B85CBADAFA9}"/>
              </a:ext>
            </a:extLst>
          </p:cNvPr>
          <p:cNvSpPr>
            <a:spLocks noGrp="1"/>
          </p:cNvSpPr>
          <p:nvPr/>
        </p:nvSpPr>
        <p:spPr>
          <a:xfrm>
            <a:off x="4179359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5E0152AA-F8F9-446B-BFDA-BA0E009DDD6D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513CBD59-0D9E-46D0-9318-17A5346AABA2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F3EE7179-82C6-45F4-86C4-D1B7E1C9FDD4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92BB4A67-1188-4BCE-9532-D2F819D754A8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A72306A8-77BF-4678-BAC5-19878A2AF76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89138B17-CDA1-4EA7-9337-B0F40F44CBCA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6566D9EC-B7C9-4244-B2E0-61AEE383066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F1CC6388-AD45-4FD2-A1DC-2CB137AF32DC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BE16E910-E225-46AE-AE24-AA9B91D35AA5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24147B27-7504-4F99-B2FD-DCA77DD2F908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8D4047C4-BF51-41DD-B7B4-C76131EAD646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5E5497-D5E6-4466-AFC8-0005270232C0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B00A99AD-3B1E-4EEE-8D80-2921714A7B33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18FB9E2B-9624-4122-A860-138231BE740C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83ABCE69-BC5F-48BD-AAC9-C3A6CE95BE37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CB78836B-166A-40E6-8011-C816DEB45A74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D650DF34-00F4-44C0-8339-0243648B9A24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B689D70D-F693-4D5F-A8A6-7DDDF5FA9BF3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1D21D132-C533-4FBC-93E9-55043A596E32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7B7C27DD-F5F5-447A-BF1D-276ACE040EAA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E2A1553B-76C2-4490-B20E-CF5CFF11A03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9FD3E0F4-94B6-4FF0-8BEA-420AA393AB97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65A8A435-07B3-44D7-9A41-742D800189A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748B51B0-F481-4DEE-8007-3D38EEA182E4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29602121-5A40-4DC6-9AD0-DCF47A97C9C5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43F1EF2A-7F14-4B5B-AE4E-A36828E9EBE2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8EA3218D-3196-44C8-BB74-0352CADAB278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C7BE632-2EA8-4D09-9927-96E79E0D6B4F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B6499D15-5E06-4815-8841-A8B0FF67EBD1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1CBBF6E9-2FFA-4C0A-BF6D-DE53DF7852E9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ED06BB7F-3A85-4876-9F04-69C00E996A1C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210943D9-F04D-47A2-A9BE-27E7BA163E01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B024CBD9-55DD-43CA-AA30-6DDAFD13B92C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CA580107-7F92-4AC5-BBA2-B00C9F82BAAC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08FCCFF1-D1D5-4599-A58F-B4730CB80C77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5E30F712-CF9D-44F8-8397-13A64A43E488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1F92F62-552F-4284-AD18-5F5FF7BB8BA2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7CD1F17F-E7AA-45CC-B5EE-7C8480793664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B176F2A4-D8C8-42A7-A169-37FD639433E9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BBE0170E-6E09-4E5B-B32D-D9850FD0AFEE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FAACA67E-6C08-4FFE-97A4-1A653225C7A2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C3AE8A4D-07E6-4541-A7E9-85D65F0CB7A3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8A867807-378C-4FEF-9AB0-667C5DC5497A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E0B3DF64-5DB4-422E-9E71-5E35863920C4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0191998-D4E7-478A-81A9-D977BB1C7774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E76675DE-364A-4567-8302-1792D3E2C742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AA78F4E6-7845-4384-A376-5D47754A0F6A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9F939CD-4899-475A-9201-540D013691F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A865E954-766B-440C-94B7-18EE1232D7C9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3EE20F20-34CF-44DD-8FDA-30E82DF07445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CEEE6E8C-B085-40E3-A1FB-D3A9662FEB85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2E10A872-E1CC-4086-AC28-4608886E94BC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FA0E5581-85B8-48B4-8E33-75FE4A604A48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78B9D37-C491-471E-9CDC-FA9D57ACF195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7CE68751-44DC-4238-AF4B-4860E77D06D1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19FD2D8C-9992-4042-B8B8-20D8056CABC2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8337C194-C0CB-468E-BD33-2ED6D4BD12E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3BE6523D-9970-4F1D-93B1-14AEDDD694E9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08FBAAAA-0560-4084-93AF-544A79A3F162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304B8B43-EC85-47C4-8AF1-2F0829E9EE32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94D436AB-D161-4550-A165-DA65FE71BC5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797BB3B6-F9A7-4239-8C16-ED613C25ECFA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CDB8D67B-610C-4FBA-BEB6-53B0B13E1186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2EB0077C-05B6-4424-A757-4E3AC5E1DF54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F71B521B-3005-4B3B-9980-42BC7A7F734D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8A47B5A-0307-481D-8C44-2C01C323B4B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B80B000D-C977-4F31-8B35-9C0730AC19BE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D55D09A-B665-4441-8579-E0FB15678E33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12BA9099-FC5F-430E-85D2-60EE430A6C96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D61A8EEF-9A0A-4E02-910D-064496214A53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0A53D8B3-E75E-4415-BC60-05DEDB956ABD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CDF02163-C7AF-4225-8F41-4ADDF26A74D9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E5FE1A02-13CE-47F9-9F43-E00574941E4E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571147CD-9F8C-459E-9956-127AD6100348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262029C2-B638-4E62-BDD5-77CE10AE7062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18C0336C-43CB-4909-BDC5-B6073FBF049C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F45A45A0-B436-4A70-924E-7E20B9D07C8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C51454C6-5586-432F-BDA2-7BF32D26EC61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0F0758F0-8900-4802-9726-EDECD2411A9C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51A3F4F1-32EE-47DB-98B4-4504C367C5BF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67F2FBE7-0039-41FD-AE16-49EED2A7A626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1A78C228-461D-4446-8BB7-28C5004FED62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3A0D330A-47DB-40B4-B055-A885CD8DBD09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85FFACC2-0FFC-4F49-BF81-E0FB25B47392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4146A152-77B1-4F0D-B183-5BA98368EFCD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10745BE5-4AA0-4C5B-830A-7F9DDA241EB1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405F551-E125-4B29-8E3A-52599F4C06D1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82C8E87C-5AD9-47DA-9316-5199439A5F2F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EC052B2F-F3C4-4ECC-ABD9-F64D6DC02BF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252ED7B1-0F59-48BA-86A0-CA4D8F25BBC6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5F643488-FCAF-4F4A-A70F-53CB5EDACED5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36D7ADE2-D56A-445D-9DF7-41CF41F6365D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46683AD-EB4D-4CCF-8C42-1CBE7533F400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8980B7FF-6E87-4294-A087-3EC42A00A4E0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25A58B44-88C3-4365-96E1-24963B566FD7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16F565E7-849D-4684-A1EE-B9961E68CBE6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3FB0922C-9AA0-424F-994D-371C84E2FAE6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868194C9-9FA9-4F47-9EB7-D7693421DE45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BDE51AC0-1290-4A3B-9458-0DBF453D0994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69D1AA6D-2FD1-4F70-93F5-64A1258C9DC4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3715603F-777F-455A-917E-17779F8FC9A3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131C6B53-2C9C-40B6-919A-8459181CEDCE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F703C75F-F45A-4D99-AF18-8609D1CB4ABC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57B83AF7-1A97-44DB-BA40-3C1D949C2A08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59B4F5D-FDE2-431F-A951-63DD8CCF273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53463F27-90C5-42B5-B579-6D2BCED09865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64766721-9811-466A-BE6A-B41CB01888FA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B8D37DD9-A9EF-48B8-839B-D65EE353821C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313DD9EB-F1C5-452B-87C6-859087F45964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7C395644-C39F-41B5-BA73-19E9EC398135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73690A0C-45D1-4607-AF62-1726EF651178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1268D2F0-6807-43D1-BAA0-40FA8EF3409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CAADB86C-7BCD-4BEE-826E-2E2B0CEEE79B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C673EBC4-3AC4-4AD9-A8FE-D0C98C7264DC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27FD38D9-190B-41E7-AB15-E1C0E12B45BE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F98920FD-EBBD-4B41-918B-6EAD80410A04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3079C01B-F550-440F-AEE0-66DE0D970210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C673416D-0FA2-4D1B-9A6E-822FA782AB56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00AADA35-BBDE-4A62-89BA-4C897FA236E9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1EBBF411-6C3C-4A78-9DB9-D79FE43768A9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1862DE64-20B7-45CF-9557-FC40A807C626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B4E4E2EA-E312-4C21-A2C0-43237ADA97C0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47D2A025-1D4E-4F39-9083-D1F73F3B8058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F655241D-7E2F-4D50-BD8B-FC05945E93D3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8BC6C6-80D5-449A-86BD-FE08C63459E9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EAAFC1E3-3347-43F0-A88A-F07F62CC9345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D1986412-25DD-46B0-837A-19A4F871D572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463B2990-381B-41EF-A144-96DA1264B290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4366FCB5-07D2-43AD-AE16-2C779FF498EC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7979B1B8-F75B-4690-8CEC-55A3606E9A8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E46A166E-A422-407B-BD57-81C5E7CB879A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237FA87B-6C15-4730-91CC-33DE3061389D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3054971B-A21B-4590-9D5C-4FB304BCDAA3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9E1F32F3-4CA1-4A2A-B6B0-3D16286F9E12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B9A0BFC4-138B-4866-A2B3-C40DADFA69D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424393CE-7EA1-40C1-8E12-66C615014C6F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ECAC7A0F-619E-4FF8-8682-85C6293AE2DD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FE6D356C-DEEE-4AF3-95E4-1D7A73073D48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F82F3153-ADA3-45A9-90E9-1532CEF24C59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5027FF7-E1F5-4D17-882D-770E8A6548C3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3E0EF953-3B8B-4CAB-88F3-8B83C1C7B197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30D09745-8443-48D4-A388-D36DB10380DB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36B7AF79-0FA0-4826-9851-9A67B9F7DA6B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BF68C004-214C-4657-B653-F2D2DA1F4132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D3FC09DB-6B83-4F6C-8A9B-86A83BDCDD7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46D5A6F6-2D47-44A0-8356-F0A77A6E239A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82B6723F-6FE7-4529-B0A7-BD5F6F04AC43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75AB100C-6950-41F3-AEE2-CC4756F564AD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0D9D4E3E-10AF-4540-A816-8C5CEBC0475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B2F4731D-8318-42D6-8BAE-6ABB3488029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3B821C93-ABD1-4CC4-8D1E-B15EA9F379FA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7A0A26B1-FBDD-45D1-A537-AA4DD617EF5A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8DEA65D3-BEBB-47FB-9028-F9E2C6179730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86FEE93-A247-44D1-89D2-97591AFE5656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81CD146E-0DC2-4CB2-9CCF-6DF7675366EC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12F9955D-5628-46C1-BAFB-95F30A1FC360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CDFBEA32-0559-4D1C-9D61-3DD6EE18A7AD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9D9455DD-6272-4BC8-9F82-AC173A8D819E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EBF6D6DB-7ED2-4D47-B44F-D87492243830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F106C52C-434B-4499-9E07-269655CD01F4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B0F6BF35-A5F8-425D-9888-00F590C7DF33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9F55E732-65FC-4ED0-A91A-413EBFEB673D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E06B018F-24BA-401C-9681-C9C93F444F12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DD876AC9-76E7-4A06-AEF6-D1F217FCC982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C6648EA9-1C3F-4A12-B0A5-A2F59E9E97B3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4D55BC03-2C64-464F-B090-E2AFB8306E5C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AF46B279-9702-4372-A103-5DB83E32711F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3720319C-F550-4A77-AB29-80CB0A2ADA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5648B25-9B60-4ED5-B529-F51D2DB506F0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5E4279F8-8897-464E-9C40-7968C71A7C35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69513AFF-3444-44E2-B1A2-D0C02E7B26E6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991CCBDC-64CF-482B-84B8-917F387F8099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D1C1BEC8-3F30-48E2-8B1C-8560BCA181B3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37529021-FDD2-40A1-A6C7-22D6A504E0C4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0FDC93FA-BFAB-492E-B61A-44195E648F43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C23CF513-36D8-45DA-BFE3-9C425F2E1CFC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2D7E9605-8D5C-4F2C-989A-3B737E421A71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90D10A05-D681-4BD2-9E88-06DEE2933C9E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B9833B10-F9CA-4E20-B60C-2FC4E5EF6D29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4CBB21DD-9F42-486B-A341-DBB066BF4BB7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85371D50-92FD-4CF2-9E9F-9DFBCF6FBA50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6D428F6A-9880-4DC4-9F90-7EA159F1C840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8CC14122-A961-44EA-8564-3D565616DDE4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2D61A305-63B8-450D-93EA-FBEAD4491FB6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5285EB06-C6BE-42BD-A80A-D8D283CEFCA4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118E186A-9E18-4592-8B8F-D8C4E6E92E97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B6356BFA-CD47-4A1C-BDB2-BFB9FF1EFBAC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088BD49D-0588-4D7C-A592-C6B69B26B309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B0BC534F-69A5-48DD-84D1-66DE280DCC4B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C8A014D7-CA73-42A2-9F6C-0102C9749B0E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E8BC8D6B-B241-4B46-93E9-D02C3B13F46B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6453A161-9BA2-40E9-94BB-CEC999C5D45B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C12EBE62-E929-44B5-937D-B874CB39A916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4D65EC4D-6E97-427D-9926-7CB4B09B543A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7DFC8F8E-8DAF-4246-B785-EAC80A62E111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3FA998B7-1F48-420C-9108-DB4D530F685F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8063939D-49D1-46F3-ADED-F2972E1DF020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18F92602-9CE7-4EEB-A4AC-8842EC98B066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97B5E800-6CEB-465C-88BB-89C74E225CBD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8257FEC4-93B5-4BE5-A1F2-CA044A633A4E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6365CF99-9178-42E8-9C2D-523D0033262A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3F777F7-04FF-49BA-8EEC-1B699916A85A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3CB6B575-8263-4CDD-8F7A-600E24DA7F35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6955C9DB-DF08-4C0E-9BF0-599E1A99FA67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29EEA6DE-C881-4033-9CFF-A3966DA18389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4BC4A0F2-8770-4090-BD4D-D19486E8C96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674DF605-5C32-442F-A6B2-826FAE472F90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5F028121-8241-47B9-9509-1439C46B551D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B8067591-2AAD-4F73-B790-D4CA0AF26C0F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7E2A40B3-CEA8-46FB-B6B1-33EE3F12B7F1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A0C5E00F-A2D1-4DD6-9243-8B489CA6B65E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3C8A10ED-6007-49C9-ABA8-DB1E9E069676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72F3C6BC-0B43-4285-9036-E730F476A120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9D178C5D-D733-49C5-AB61-22B7362B2970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E478AAF9-F42B-4948-9168-72C895889616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1860005B-7754-4D48-AD19-AC351535590D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0A092D7F-187A-47D8-BFB8-BB662C8DB8A5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C65EB64B-AACE-4AF0-BCAE-A34E56787A9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97E97FA2-7D9F-4013-ACC6-B46D1E50C667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90FF60F8-B6F4-42F5-BEF8-3A092E027993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21975050-D3BE-44C9-8B81-10F2C624E42F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DF8B22DB-DF1C-4518-ACC2-C7C31F157725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CA2A8FFB-CC12-4166-9607-CC4FA44DDA4B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44C00975-916F-4A2D-8D12-DE52CA410682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6A60822F-FE63-430F-9B08-4264BD87BBFE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47811CC5-97E4-4EFC-BF45-217AFB75C2D8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317CA84C-2097-42DC-A9CF-2584014A0EEB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71900189-75DD-4921-BEAE-DE43DD62DC4F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A25F3809-6D63-4253-9C85-01ADB44E2683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CF1E75A8-EED6-4475-8FAB-7BD94D2BBF76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0DCE5350-69B7-4E88-A158-ED1AC7893203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4C39285C-D300-453C-8B13-48857058FA42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22D99D1A-C04C-46EB-80BB-704A6796E104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D9964138-3093-4384-B96D-E4F59CF0942A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4F45363-C77D-4D3E-8FCA-BB01C059320A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32F0F09F-F075-4B4E-991F-50DB6187752E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4B5E42-0A81-4EBA-AF4E-F62AFB52ADCF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04A8CB65-7636-42FB-86FA-F262574601C2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080388CD-301C-4C98-B776-810BD955228B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D2F09D92-B229-4227-9450-74251D35C875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82F86F60-1FAC-412A-8458-0A8618BD736E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F308287C-EFBD-46DD-B151-3427DA79710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BB0847D8-153E-46E9-A429-5E1E0C6A6B2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B49EA86B-0A0A-41A8-8C18-9BF0323B9607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8404B0FF-CF8B-4169-95FC-D1B79258910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BBF99223-CFBC-4515-9DA5-4E36A0962489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0F01E9FA-630B-4605-9367-022777A2C49C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23E1C391-8B89-40A4-BBD2-19F0F0A4C822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AE3F2C2-8D86-40D7-B766-A18D5D4171B1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9A87FCBD-8FCD-4D25-B71D-D7AEAD1C255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96DD0BB0-A415-40A1-9C2D-FECEA149DF34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792D5A75-7B6B-4920-943D-5141AD03383E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B12003ED-443D-4365-81DC-EA09E2873DB8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9E6811FC-AA8C-43EC-AA87-187028025DD7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0172041A-6874-4458-B5F2-B7817C6DD815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9E5DECD6-1C07-41EB-B3B4-362A79A85CE0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1D4CD971-A6F2-4312-8DC7-E2B703138722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A2074A63-674B-43BC-BF0D-B479A11DEC17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FB3D4575-D080-44B7-9FC5-57CB23AF0C33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2FAD0AD6-18B5-40F7-9E60-574ABD43821F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0418BBC8-44E5-429B-B583-8FBF364466FB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DFB60812-0A6B-473B-B72F-838F6B9AA226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4B6DCDCF-8BE8-4309-9AAA-236BAF7512F8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47E616CA-3CA2-4316-8EF8-0776A4A415F1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941FF916-B8F6-414F-AB67-9A9E55C628FC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908CFA85-2D14-4ED7-A7CB-9701FBF3F822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6015E73D-D46F-40D6-BE7D-078EE4C24A6A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2207ABCE-5CFD-470C-A496-DDAF141FBCE5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E3907EF-DF55-4DBC-947A-2456831D4603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0849DE3E-38A8-4E71-BC85-482AF19A6CF9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35721FAD-EB85-44AB-B52F-C5B7D44DF92C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580093E0-2AB8-4AE6-8106-AE54B54E5313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ED6A225E-3BD1-430F-88EC-18E7FC8ECB31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B04F2816-A9B6-4626-B023-FA22AE1EADF9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A577D4C1-F740-4570-8051-7899DF747712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8E381E45-F075-4224-AA2C-3E4C0ABC1BE6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D8DC18A4-7E21-4245-BD05-EF9D0E84A94D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47F75422-9578-4AA9-8C79-6E097A41DAED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FB5BD61B-11A2-4129-A097-984154252A53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0ED40A6D-24C2-483D-97CB-B9512D5C9E8D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E9316B90-A896-4A08-85F8-D86A0E19E71E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4FB9B4D0-3764-4395-8BCD-3D6618F2E5A0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099E259D-6CEB-4986-826C-C8ED975BE45C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E9CCE1D2-A97D-4637-8652-483052A95413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188138E7-4CAB-4E3B-A7CE-56A79B905EC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5F0A6EA2-3901-4D37-AB97-C9565481580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D26495C9-92D8-44FF-BA27-CF88C9D8B41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24B707BD-69CE-46E4-8C8A-29FDF00C209D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1E0046A3-2ADC-47FE-B122-343FD13338BB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47D2B64-4BAE-451E-9AB8-444955F049B3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D808ED27-7078-46DE-B869-BD594F7B4AC8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995C3379-CF1D-4160-B993-C40E402B3E9A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6F7EFE3F-447A-46BF-8CFA-EAEC9DDBA781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F127CFCD-F427-4566-A27F-C0CFAD63F209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924C7BDA-5EB3-4A8B-A0CA-288FB110ABBE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9681909D-39E9-4925-8D1F-B8976D2FA443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917BA6A5-3A18-4FC8-935F-A49F176C8A44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6E8E5503-8B63-460A-BB91-83ABB2CBE7CE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C1F1A1A3-CA0E-4136-9734-8A45BA810E1A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D2F7CCA8-A095-49D5-B53C-C690B5DEB902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FC325F13-2139-46F6-A93D-AAE3806C1628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4FEFD867-FBC3-497A-81EE-D123444189E6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D4401DC3-198A-4969-BEED-182E64A951F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1A02F79C-A1D7-47B4-B4F6-7829AAA920FA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D571BA0-59E7-4F38-9F35-90079FC78D80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F88C8D42-8C37-4FB6-B7BC-140360CD329C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78918B9D-8F11-4971-9C59-97E5277962A0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20C26ED4-1867-4391-B55A-0A4DB4B245D1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6FBF5FCC-5B0E-4E7E-8F57-4D79723E68A3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443840B-183F-40CB-BBEE-9CD15A8679D1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629050C2-E761-40C9-8940-63240015B32F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AB08BBD5-1ED2-415C-9157-C353D0CF52D5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B00E156E-6E4A-4BDA-B8CF-E2E08BBC91FE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BCAEB6AB-C826-493B-8988-D61000FD7150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F178A229-F6A8-42D3-BD69-267A4565964C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38975CF6-2947-4245-9443-B008C3FEC3FB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2CDDA224-D07E-441D-B741-7FE99480BDFC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B1AAD7BF-5D73-47E6-9EC3-F80DB101DE79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273E2362-ABF6-42E4-8034-013268C8C1B6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7A6EFF6D-E40E-44AF-A0F6-4E3917C66C6A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CCA508BC-10F2-4751-9EA7-5ED62BD22DCF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58653BA3-2694-49FA-A82F-C19E5652773F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31F7529C-7FB8-4324-95A9-D7E20FFBEFAB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1CE17668-A3C3-4644-B7D0-A2A67F4FCBBD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68575961-CE84-4F35-80E7-7DA5D7F9C066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F95F0997-38FB-4D14-9378-D463A1178C3D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49216028-92B7-4E48-A458-F0F51871A3D5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54976921-076B-4690-88B3-F32388BE314A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94F5184-F3A9-4E69-94E0-B8475D31655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0543E9BD-6B92-47D5-8C82-6CC343C97D5F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0B614047-0E70-4032-92A3-4C69EAC671ED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79F6BCE7-8B68-4D0C-8AA1-791998900B3C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87772351-CEB0-4EF6-A145-CBB4DCCE2933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042AAAB5-5718-45FC-BACD-9E1B08D55442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0D2AE5B7-732E-4B22-8F0D-0658451B2F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18A75342-1D7C-4FCF-87F7-14AC99A1203B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350F9EB0-8F80-4B60-B3F1-1BAC63A0BC39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BC00425D-D937-4A93-950C-95A524B969AB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5538352D-3914-4D56-A705-CA976C827EB5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2350257B-B50A-4C99-97C8-830F03D21AF6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9D9EB9CF-E45F-4886-BAE7-A072418DC4ED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74463478-F348-4AD4-9A11-884DE9B503FA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5AA111A8-6910-4948-80FC-996F09DADAA7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50AB4699-5E37-4204-A0B7-F9D13EE6783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04DD1D3E-BB80-4335-9925-B61BC8D1423C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ED45ECDC-2E06-40E9-BD8C-CBC975EC85B5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4790CD23-DD1B-458B-A4ED-94EE2E01D025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F399C3BA-8D35-4437-8DB9-AB091FDE69B6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015F818B-EF46-4C56-8E6E-D27177F41950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249A3997-77DC-43AD-B52E-B086081D74E8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C0EA9D0F-44EF-4AD5-8323-022683B65B95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58EC8504-E578-4986-A09A-B96CC8C398F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357C26CB-CBF4-49A6-A60F-4DC48C702D22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593CCFCC-C4FF-4B67-B0B2-A9B0D5FD866E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FDE96548-2F75-4835-8CAD-93AA5E528122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5AE72C56-6F60-4D18-A3FF-4DB564FA46A4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67681B99-BF46-4D67-BF14-5707B4536DB3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29EAC85E-5383-4BAE-BE74-9BBF40B0179C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51D98D56-CB13-4BF7-B629-F88B3A4DC22A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F0292D3C-4A63-4B26-B615-43F3DF6E336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D1D717EC-7C8C-4DF0-881C-B1FD1686D01E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487F693-D205-48F4-8105-A5EED9919294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86929E17-256E-472E-826C-2906C04D703F}"/>
              </a:ext>
            </a:extLst>
          </p:cNvPr>
          <p:cNvSpPr>
            <a:spLocks noGrp="1"/>
          </p:cNvSpPr>
          <p:nvPr/>
        </p:nvSpPr>
        <p:spPr>
          <a:xfrm>
            <a:off x="4407590" y="206939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283C3513-9018-4F3E-91D4-21E5A8352939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1DC8C903-7A69-4CD9-9B90-32A4DF02586D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A04FA706-F8AD-4163-B639-C46D064E4B14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4CEC458E-B39A-45E8-8C8E-BE100694773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2005CAF7-7BE7-404F-9F92-E43C0CBD4549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ED56CA51-A059-4DD7-8D88-257A3FA217D6}"/>
              </a:ext>
            </a:extLst>
          </p:cNvPr>
          <p:cNvSpPr>
            <a:spLocks noGrp="1"/>
          </p:cNvSpPr>
          <p:nvPr/>
        </p:nvSpPr>
        <p:spPr>
          <a:xfrm>
            <a:off x="4545601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678CF630-8833-421F-A555-62F2CA9CF6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53EE0418-2C8A-4937-8A38-60D7A4D9BA28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F53A6F89-D141-492C-9C5D-08338857DB68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B7E398F6-B393-43C3-B820-D5DEE2F39001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C54E2213-E3BE-40B4-89D5-1321C250B2D6}"/>
              </a:ext>
            </a:extLst>
          </p:cNvPr>
          <p:cNvSpPr>
            <a:spLocks noGrp="1"/>
          </p:cNvSpPr>
          <p:nvPr/>
        </p:nvSpPr>
        <p:spPr>
          <a:xfrm>
            <a:off x="456395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781F12AD-7C1C-47FA-A760-02A43D92E1CD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C1A239D3-E90D-4D65-9D85-BE8227A5F9C9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3469DE26-02BB-429B-8ACB-B8A83ED320C2}"/>
              </a:ext>
            </a:extLst>
          </p:cNvPr>
          <p:cNvSpPr>
            <a:spLocks noGrp="1"/>
          </p:cNvSpPr>
          <p:nvPr/>
        </p:nvSpPr>
        <p:spPr>
          <a:xfrm>
            <a:off x="4464003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DFEBCE60-9C4D-45AE-AABF-8E4E8D9184CD}"/>
              </a:ext>
            </a:extLst>
          </p:cNvPr>
          <p:cNvSpPr>
            <a:spLocks noGrp="1"/>
          </p:cNvSpPr>
          <p:nvPr/>
        </p:nvSpPr>
        <p:spPr>
          <a:xfrm>
            <a:off x="4504568" y="2049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9851ADEB-972B-4247-8CAD-DE06228BE523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6CB706B1-BA90-4313-802F-456448CC04D7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84969318-BBC9-4697-A379-4DC80ABB9489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9F553588-FA33-48F7-8661-322E236539E3}"/>
              </a:ext>
            </a:extLst>
          </p:cNvPr>
          <p:cNvSpPr>
            <a:spLocks noGrp="1"/>
          </p:cNvSpPr>
          <p:nvPr/>
        </p:nvSpPr>
        <p:spPr>
          <a:xfrm>
            <a:off x="4418487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6AE2B4B5-2B5A-4034-965B-04CFF65B2810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F4F02629-C0F9-42C8-BB79-263B4849795A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66DBE934-2EB9-4FAA-9DB0-26E52A697AA6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D5BE6C75-E957-40AF-B61E-4871C623320E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20EC891D-5739-4866-B9B2-7D7FC1A38CEE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C2BA06F7-2AB4-4EE5-8EC7-084F9D87307A}"/>
              </a:ext>
            </a:extLst>
          </p:cNvPr>
          <p:cNvSpPr>
            <a:spLocks noGrp="1"/>
          </p:cNvSpPr>
          <p:nvPr/>
        </p:nvSpPr>
        <p:spPr>
          <a:xfrm>
            <a:off x="450308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451A9E3B-F5FD-4AE2-B28B-783455FFC1F1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2FFA40FB-D87E-4A4E-AC1F-E2F067A35F89}"/>
              </a:ext>
            </a:extLst>
          </p:cNvPr>
          <p:cNvSpPr>
            <a:spLocks noGrp="1"/>
          </p:cNvSpPr>
          <p:nvPr/>
        </p:nvSpPr>
        <p:spPr>
          <a:xfrm>
            <a:off x="4526419" y="25384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5F428C4E-A2FA-4996-8EA1-DDCA846D555B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451A6B4D-8F9A-443E-B869-AAA6ABCD89D5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57961D06-11D3-4CCA-AE6B-EFF5B33DCD09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7E08E099-1FA4-41B2-B05F-3681A7C28CC0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59D242E4-243B-4D42-AB44-903DFBA08B24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8D34CEFF-2D41-4356-BF98-8B849C130836}"/>
              </a:ext>
            </a:extLst>
          </p:cNvPr>
          <p:cNvSpPr>
            <a:spLocks noGrp="1"/>
          </p:cNvSpPr>
          <p:nvPr/>
        </p:nvSpPr>
        <p:spPr>
          <a:xfrm>
            <a:off x="440239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80E3B0F6-DA45-4A23-94F4-91C4312FE4F6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5720C5A2-3702-42CF-B86E-5033471569FC}"/>
              </a:ext>
            </a:extLst>
          </p:cNvPr>
          <p:cNvSpPr>
            <a:spLocks noGrp="1"/>
          </p:cNvSpPr>
          <p:nvPr/>
        </p:nvSpPr>
        <p:spPr>
          <a:xfrm>
            <a:off x="4408180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B96ECAE4-141C-4237-995E-670D673DE801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72C7E198-3BE3-4B58-93F1-AE96F797AE87}"/>
              </a:ext>
            </a:extLst>
          </p:cNvPr>
          <p:cNvSpPr>
            <a:spLocks noGrp="1"/>
          </p:cNvSpPr>
          <p:nvPr/>
        </p:nvSpPr>
        <p:spPr>
          <a:xfrm>
            <a:off x="446081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D41DE51F-702D-4C97-9CAE-249361774691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0A38D1E5-8235-4903-8865-489EF6CF164D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EB9CEDFE-B788-487E-93A4-0A572DC072F7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54449A9A-DD88-4FA2-AABE-531360A40C6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CF248295-B4C0-4688-A01C-660D894315DE}"/>
              </a:ext>
            </a:extLst>
          </p:cNvPr>
          <p:cNvSpPr>
            <a:spLocks noGrp="1"/>
          </p:cNvSpPr>
          <p:nvPr/>
        </p:nvSpPr>
        <p:spPr>
          <a:xfrm>
            <a:off x="4532514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0BA1B083-DEC6-4188-BD24-2E556250728B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AD474543-7BFD-4E56-A3AA-EAA901DD55B4}"/>
              </a:ext>
            </a:extLst>
          </p:cNvPr>
          <p:cNvSpPr>
            <a:spLocks noGrp="1"/>
          </p:cNvSpPr>
          <p:nvPr/>
        </p:nvSpPr>
        <p:spPr>
          <a:xfrm>
            <a:off x="454880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0253592B-2FE2-4463-9368-12BF031CE390}"/>
              </a:ext>
            </a:extLst>
          </p:cNvPr>
          <p:cNvSpPr>
            <a:spLocks noGrp="1"/>
          </p:cNvSpPr>
          <p:nvPr/>
        </p:nvSpPr>
        <p:spPr>
          <a:xfrm>
            <a:off x="4407650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518E7C80-B5E4-474B-951E-F960F1D809C2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B674D99A-6A7A-4DB3-99BC-6B5D87BB3A32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8BD94B95-3406-4A0D-ACDA-E2B9CE78C7B6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6A3E71DE-1B7D-4327-9DE9-6C08B1C7DF24}"/>
              </a:ext>
            </a:extLst>
          </p:cNvPr>
          <p:cNvSpPr>
            <a:spLocks noGrp="1"/>
          </p:cNvSpPr>
          <p:nvPr/>
        </p:nvSpPr>
        <p:spPr>
          <a:xfrm>
            <a:off x="4397103" y="22617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7B2A0218-21DC-4208-90D7-4E74ED3995A0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BFC7E142-8ABE-4D3E-BA64-2CA662D58E1C}"/>
              </a:ext>
            </a:extLst>
          </p:cNvPr>
          <p:cNvSpPr>
            <a:spLocks noGrp="1"/>
          </p:cNvSpPr>
          <p:nvPr/>
        </p:nvSpPr>
        <p:spPr>
          <a:xfrm>
            <a:off x="4484053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B13DD7E1-B06B-482E-99CA-92390F374065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CD75A47B-79DA-48E3-B687-86068EAC82D0}"/>
              </a:ext>
            </a:extLst>
          </p:cNvPr>
          <p:cNvSpPr>
            <a:spLocks noGrp="1"/>
          </p:cNvSpPr>
          <p:nvPr/>
        </p:nvSpPr>
        <p:spPr>
          <a:xfrm>
            <a:off x="4485876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52E571A1-5000-4ACB-9838-0C7C4B86ACDE}"/>
              </a:ext>
            </a:extLst>
          </p:cNvPr>
          <p:cNvSpPr>
            <a:spLocks noGrp="1"/>
          </p:cNvSpPr>
          <p:nvPr/>
        </p:nvSpPr>
        <p:spPr>
          <a:xfrm>
            <a:off x="452963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B23E0606-BE3D-4048-B9A9-39430261BAF0}"/>
              </a:ext>
            </a:extLst>
          </p:cNvPr>
          <p:cNvSpPr>
            <a:spLocks noGrp="1"/>
          </p:cNvSpPr>
          <p:nvPr/>
        </p:nvSpPr>
        <p:spPr>
          <a:xfrm>
            <a:off x="45150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2C034181-49D1-4FFC-B4B0-853454BBD280}"/>
              </a:ext>
            </a:extLst>
          </p:cNvPr>
          <p:cNvSpPr>
            <a:spLocks noGrp="1"/>
          </p:cNvSpPr>
          <p:nvPr/>
        </p:nvSpPr>
        <p:spPr>
          <a:xfrm>
            <a:off x="442787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48CF0354-F2DD-43A5-9ACA-89B0BDB3EBA7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21822DD5-3B6C-45FB-871F-6E9684DBCB80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79E94F1B-FF2D-4F1C-9FAB-1A6D317DA48E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1CB6D3F9-C487-4066-9913-C7C3D7F33DA8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67362091-ACCA-44C7-93DE-59E56D45A74A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D1B6817C-E37A-4D09-8385-1C2FA8CE5E3D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15EB2F01-EDB1-40C8-894F-A2F390724475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4EF6BFAA-B415-4F9C-8579-1EACC6CB7213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D31867D3-A27C-4709-A933-665DDB4707B7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E722A1B6-7FB7-4514-86EE-81C0B41773F1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5474DAB3-58A1-4CE6-A102-417168AC2C5C}"/>
              </a:ext>
            </a:extLst>
          </p:cNvPr>
          <p:cNvSpPr>
            <a:spLocks noGrp="1"/>
          </p:cNvSpPr>
          <p:nvPr/>
        </p:nvSpPr>
        <p:spPr>
          <a:xfrm>
            <a:off x="4560597" y="25517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197335C2-943C-4AC0-BE8D-FF97482325B3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0E5E7EFB-D9A3-4427-AD93-803709A90EBB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1AF664DC-2B28-4896-BF42-57A62A852C7C}"/>
              </a:ext>
            </a:extLst>
          </p:cNvPr>
          <p:cNvSpPr>
            <a:spLocks noGrp="1"/>
          </p:cNvSpPr>
          <p:nvPr/>
        </p:nvSpPr>
        <p:spPr>
          <a:xfrm>
            <a:off x="4526165" y="2410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A73A815A-E9DE-4C1F-A314-FF40F739412D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4FCBC8F6-C76E-46DC-92CE-42BACEA94759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3B222210-C152-479A-BBD8-583CC58242F6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B6116570-C033-41A2-9AA6-B0D436BA5B90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EACB6721-B95D-4620-AABC-D0408D209F1C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F43688D8-AC07-44B5-877F-C116B4114E2F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483C33B0-E646-4AE8-A7A9-5A5A0AB14C04}"/>
              </a:ext>
            </a:extLst>
          </p:cNvPr>
          <p:cNvSpPr>
            <a:spLocks noGrp="1"/>
          </p:cNvSpPr>
          <p:nvPr/>
        </p:nvSpPr>
        <p:spPr>
          <a:xfrm>
            <a:off x="4513601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C51FBA9-6310-4E93-A041-943DDB44C8A3}"/>
              </a:ext>
            </a:extLst>
          </p:cNvPr>
          <p:cNvSpPr>
            <a:spLocks noGrp="1"/>
          </p:cNvSpPr>
          <p:nvPr/>
        </p:nvSpPr>
        <p:spPr>
          <a:xfrm>
            <a:off x="45382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BC37DB32-A208-4564-BE00-4634A7C5176A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D76CDA23-ECC7-491F-99FE-6E3C95B9D0A7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10A1416A-81D0-4D71-84C2-7F96AE17FBFE}"/>
              </a:ext>
            </a:extLst>
          </p:cNvPr>
          <p:cNvSpPr>
            <a:spLocks noGrp="1"/>
          </p:cNvSpPr>
          <p:nvPr/>
        </p:nvSpPr>
        <p:spPr>
          <a:xfrm>
            <a:off x="4461331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48A38143-F843-4367-ABDB-2BC0EF1F1BD1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DC985A00-21FA-43E9-9E41-DA9BA835EE09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C3ACD83B-0E6C-42BD-A963-C42FB8A43147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85B47F6B-F6FD-433D-85F4-12D05F70B7AD}"/>
              </a:ext>
            </a:extLst>
          </p:cNvPr>
          <p:cNvSpPr>
            <a:spLocks noGrp="1"/>
          </p:cNvSpPr>
          <p:nvPr/>
        </p:nvSpPr>
        <p:spPr>
          <a:xfrm>
            <a:off x="4480802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216DD501-8AA7-4912-A49B-551031AD3F75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09254270-7BE3-4C5B-87AD-0616398A7F14}"/>
              </a:ext>
            </a:extLst>
          </p:cNvPr>
          <p:cNvSpPr>
            <a:spLocks noGrp="1"/>
          </p:cNvSpPr>
          <p:nvPr/>
        </p:nvSpPr>
        <p:spPr>
          <a:xfrm>
            <a:off x="4510552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0A5D2775-2066-4D4F-A7B4-59C11AEB8641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08B9BED2-CD6A-4020-A5C3-FF7360A6F80B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D4F2746C-57D5-4B83-BABC-16F8959519A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8F69B6F6-A33F-488B-AA2D-8620780A50E2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62AB516C-F7A4-4E33-A5E8-A721EEDC59DF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554E83CE-9F79-434A-B232-9827F607DD13}"/>
              </a:ext>
            </a:extLst>
          </p:cNvPr>
          <p:cNvSpPr>
            <a:spLocks noGrp="1"/>
          </p:cNvSpPr>
          <p:nvPr/>
        </p:nvSpPr>
        <p:spPr>
          <a:xfrm>
            <a:off x="448193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9897DBC1-BD70-4845-8133-07ADECF81A4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059F080E-E9D4-4D2A-8FBD-8D33562E20D6}"/>
              </a:ext>
            </a:extLst>
          </p:cNvPr>
          <p:cNvSpPr>
            <a:spLocks noGrp="1"/>
          </p:cNvSpPr>
          <p:nvPr/>
        </p:nvSpPr>
        <p:spPr>
          <a:xfrm>
            <a:off x="4561698" y="25888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743CD45B-EDC9-41C0-8C39-B573AC142591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A4DB249E-DECD-4AA7-92A0-1AA5EAEB7551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1A7F8C15-BD89-4649-A92D-BFBF15013E74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123020A3-18B7-45EF-B740-E0160D0B20C4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57FC9CF8-8C4C-4E53-8B95-E59AC1F60017}"/>
              </a:ext>
            </a:extLst>
          </p:cNvPr>
          <p:cNvSpPr>
            <a:spLocks noGrp="1"/>
          </p:cNvSpPr>
          <p:nvPr/>
        </p:nvSpPr>
        <p:spPr>
          <a:xfrm>
            <a:off x="4453227" y="24831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242DC5F1-6D81-4E7D-912B-94359A53EF61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9B54D47C-D198-4B8C-BFF6-1A8CA69A50CE}"/>
              </a:ext>
            </a:extLst>
          </p:cNvPr>
          <p:cNvSpPr>
            <a:spLocks noGrp="1"/>
          </p:cNvSpPr>
          <p:nvPr/>
        </p:nvSpPr>
        <p:spPr>
          <a:xfrm>
            <a:off x="4413222" y="21671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D3ACADA4-04A0-4E7B-A40A-20852BB55D2C}"/>
              </a:ext>
            </a:extLst>
          </p:cNvPr>
          <p:cNvSpPr>
            <a:spLocks noGrp="1"/>
          </p:cNvSpPr>
          <p:nvPr/>
        </p:nvSpPr>
        <p:spPr>
          <a:xfrm>
            <a:off x="4423439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A8A22BD-F6B3-4916-A797-1C0BE8F52B7D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FEC954E8-B87A-4253-9B66-B18470D39648}"/>
              </a:ext>
            </a:extLst>
          </p:cNvPr>
          <p:cNvSpPr>
            <a:spLocks noGrp="1"/>
          </p:cNvSpPr>
          <p:nvPr/>
        </p:nvSpPr>
        <p:spPr>
          <a:xfrm>
            <a:off x="455556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81B5E13-170E-4A78-837B-E5473C231F5E}"/>
              </a:ext>
            </a:extLst>
          </p:cNvPr>
          <p:cNvSpPr>
            <a:spLocks noGrp="1"/>
          </p:cNvSpPr>
          <p:nvPr/>
        </p:nvSpPr>
        <p:spPr>
          <a:xfrm>
            <a:off x="440835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ECA153DB-6085-476B-948E-FDE7BE609A70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193BF4B-5D5E-460E-8950-256713C7ED94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36117A00-CABB-44E4-8478-7EA900942BF5}"/>
              </a:ext>
            </a:extLst>
          </p:cNvPr>
          <p:cNvSpPr>
            <a:spLocks noGrp="1"/>
          </p:cNvSpPr>
          <p:nvPr/>
        </p:nvSpPr>
        <p:spPr>
          <a:xfrm>
            <a:off x="445866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A6B235D6-B560-4896-8AD9-2AB672AE7ECA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222F5255-F353-4C28-A647-2E738AB965E4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9BB7018-F5B7-485B-B23B-E30BE4C08BA4}"/>
              </a:ext>
            </a:extLst>
          </p:cNvPr>
          <p:cNvSpPr>
            <a:spLocks noGrp="1"/>
          </p:cNvSpPr>
          <p:nvPr/>
        </p:nvSpPr>
        <p:spPr>
          <a:xfrm>
            <a:off x="4554531" y="25870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2CDF9AEB-95E6-42B1-B06D-70A32C4DD7CE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2621FADA-780E-4FAB-A590-2BC013074833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866FC058-9004-4203-AA2E-ECE26B1F21BC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37C01C1A-658C-4EE0-B37F-C6239D48DB14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A5625C51-F40B-4A76-B32D-C7C7DE1073EB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6EFEC387-A8D6-401E-87B5-0F231B8E251B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6A0543C3-EE87-41FD-AAAA-DF7BD94B01E1}"/>
              </a:ext>
            </a:extLst>
          </p:cNvPr>
          <p:cNvSpPr>
            <a:spLocks noGrp="1"/>
          </p:cNvSpPr>
          <p:nvPr/>
        </p:nvSpPr>
        <p:spPr>
          <a:xfrm>
            <a:off x="4493559" y="24185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A3ED7D2-DAB9-4CCA-BA40-14593BCC6D0F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4217F95B-6ACF-4ACE-B3DF-77A96485AB8D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A43BA6D3-FA97-4713-B3AD-9CE6829A11DB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C5F9F9D3-F9FA-4A12-9127-F1656FE23DE3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2BDA2477-56CE-4917-A352-EC46F52E4FC4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C1953746-316A-43C6-B272-F484E0778086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5F48BE22-D8BF-4A95-ABB2-7F6BF3A34529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9A40274E-16AC-43F1-AA05-F178080C4B9C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3890BCC9-6E68-4A15-8C81-5F47B6F957C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7BC57380-8172-4BD1-983B-15D0E7113277}"/>
              </a:ext>
            </a:extLst>
          </p:cNvPr>
          <p:cNvSpPr>
            <a:spLocks noGrp="1"/>
          </p:cNvSpPr>
          <p:nvPr/>
        </p:nvSpPr>
        <p:spPr>
          <a:xfrm>
            <a:off x="4504750" y="2088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80F9F2C8-97E8-47BF-BBC1-C02A52E31556}"/>
              </a:ext>
            </a:extLst>
          </p:cNvPr>
          <p:cNvSpPr>
            <a:spLocks noGrp="1"/>
          </p:cNvSpPr>
          <p:nvPr/>
        </p:nvSpPr>
        <p:spPr>
          <a:xfrm>
            <a:off x="4435512" y="230148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F66A5DB1-0A83-4552-951B-1D4164235E25}"/>
              </a:ext>
            </a:extLst>
          </p:cNvPr>
          <p:cNvSpPr>
            <a:spLocks noGrp="1"/>
          </p:cNvSpPr>
          <p:nvPr/>
        </p:nvSpPr>
        <p:spPr>
          <a:xfrm>
            <a:off x="447777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ECF4C63B-9F29-4A07-9DE0-BE0DD0A6EB23}"/>
              </a:ext>
            </a:extLst>
          </p:cNvPr>
          <p:cNvSpPr>
            <a:spLocks noGrp="1"/>
          </p:cNvSpPr>
          <p:nvPr/>
        </p:nvSpPr>
        <p:spPr>
          <a:xfrm>
            <a:off x="44649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AB5C2FAC-4653-4CF6-939F-0125F13CFA72}"/>
              </a:ext>
            </a:extLst>
          </p:cNvPr>
          <p:cNvSpPr>
            <a:spLocks noGrp="1"/>
          </p:cNvSpPr>
          <p:nvPr/>
        </p:nvSpPr>
        <p:spPr>
          <a:xfrm>
            <a:off x="44814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A732CF44-0242-4810-913E-81AF467BD8A6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2AFAC0D7-FF0C-4F48-A40F-AD024E4F4A0B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BC40B0C2-C534-4069-8B85-2205BE0C383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66C4845-23AD-4E7F-A256-1C8AD6362413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B4A873F4-210D-44A2-BF8A-8FE08F918B23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C3E3F7C7-84D1-4D82-B5F6-09378A49F5B3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F0E04FA8-69BA-4446-B809-4B163CAD7D6A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6A8535E8-3073-41CB-9E65-8B5114144C3B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C228AC2D-7F7A-4276-B4BE-1120BC5992C3}"/>
              </a:ext>
            </a:extLst>
          </p:cNvPr>
          <p:cNvSpPr>
            <a:spLocks noGrp="1"/>
          </p:cNvSpPr>
          <p:nvPr/>
        </p:nvSpPr>
        <p:spPr>
          <a:xfrm>
            <a:off x="4446216" y="2502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C002BA6-F47E-49DC-8E0B-94199FF59E69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8B74A184-3BF1-43B7-B806-9631B7C90A73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2586F53F-9D00-43FD-B4DF-92172650C2A0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9DAEDC4B-DFA7-4123-B4F4-407B18D85D90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D46AB35C-9DD6-4C68-A3AD-0FC69DE176AD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6B61EB0-C306-4EFF-B5AC-E76ABF933B6D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0A53B8F7-F75E-48BD-831B-906D0BB9D909}"/>
              </a:ext>
            </a:extLst>
          </p:cNvPr>
          <p:cNvSpPr>
            <a:spLocks noGrp="1"/>
          </p:cNvSpPr>
          <p:nvPr/>
        </p:nvSpPr>
        <p:spPr>
          <a:xfrm>
            <a:off x="4457159" y="25776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9BCE3714-0783-4CBF-B0AD-EF678D4D7F89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C7102832-CB6D-4AA8-8206-710EE78F6DC5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E0F45FDC-E21C-4D6A-8A8C-A2D2E0A55CF1}"/>
              </a:ext>
            </a:extLst>
          </p:cNvPr>
          <p:cNvSpPr>
            <a:spLocks noGrp="1"/>
          </p:cNvSpPr>
          <p:nvPr/>
        </p:nvSpPr>
        <p:spPr>
          <a:xfrm>
            <a:off x="4546141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67572918-962D-4A49-AEF2-D7254AA6DEDF}"/>
              </a:ext>
            </a:extLst>
          </p:cNvPr>
          <p:cNvSpPr>
            <a:spLocks noGrp="1"/>
          </p:cNvSpPr>
          <p:nvPr/>
        </p:nvSpPr>
        <p:spPr>
          <a:xfrm>
            <a:off x="4451534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094DCB73-46B0-4A72-BEFF-9ED287DEC7E2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13B6CB5D-A580-4D0F-AF69-CEB0378EF236}"/>
              </a:ext>
            </a:extLst>
          </p:cNvPr>
          <p:cNvSpPr>
            <a:spLocks noGrp="1"/>
          </p:cNvSpPr>
          <p:nvPr/>
        </p:nvSpPr>
        <p:spPr>
          <a:xfrm>
            <a:off x="4507441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CAD41B0F-9B76-4AC8-A8C5-765C23AE1BB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18B157F7-A098-4D1B-91AE-513C1CEDABB9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87634B91-B3FC-45FB-82B7-9841E38320C8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855E9963-E695-4912-826C-452D10A07C3B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0F7BFDA9-51C7-4F6E-BE80-A52E8A4B811A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8AD711B2-D697-4190-9460-3920873D2793}"/>
              </a:ext>
            </a:extLst>
          </p:cNvPr>
          <p:cNvSpPr>
            <a:spLocks noGrp="1"/>
          </p:cNvSpPr>
          <p:nvPr/>
        </p:nvSpPr>
        <p:spPr>
          <a:xfrm>
            <a:off x="4538388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8CFCCCB5-49E6-4A46-A736-09CBEAEB5BB2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18A22D55-70B9-438C-9B9B-B9EEB6F735C9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45CC9931-8A7B-4563-9F5E-AFA0B4F37A6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A51FCABE-31CB-440C-AE7F-55E73A54A388}"/>
              </a:ext>
            </a:extLst>
          </p:cNvPr>
          <p:cNvSpPr>
            <a:spLocks noGrp="1"/>
          </p:cNvSpPr>
          <p:nvPr/>
        </p:nvSpPr>
        <p:spPr>
          <a:xfrm>
            <a:off x="4456510" y="24240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E5F3173C-AE9B-40C0-BEEF-E9E39D737C38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22DCFD4-9C66-4965-975F-899AE2BCE84D}"/>
              </a:ext>
            </a:extLst>
          </p:cNvPr>
          <p:cNvSpPr>
            <a:spLocks noGrp="1"/>
          </p:cNvSpPr>
          <p:nvPr/>
        </p:nvSpPr>
        <p:spPr>
          <a:xfrm>
            <a:off x="4407019" y="26025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D6389D46-FA67-4A14-8570-CA7AFB9CA116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8CBF957E-6A4D-487D-A215-9E53445FD682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EA0FE302-21E7-4CC0-8068-62674764F365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6A64713C-ACFB-4F45-BB00-E10D6DC34A00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809DF0F6-77A5-4A76-9627-88E8716A2983}"/>
              </a:ext>
            </a:extLst>
          </p:cNvPr>
          <p:cNvSpPr>
            <a:spLocks noGrp="1"/>
          </p:cNvSpPr>
          <p:nvPr/>
        </p:nvSpPr>
        <p:spPr>
          <a:xfrm>
            <a:off x="4484232" y="25632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93481398-CDA2-438D-8F6C-5509A752A3C1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12B5FDA7-67CB-4540-846A-C4AC7980F3CA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3D63ABC1-8C26-43EC-9BAB-DDE7B74B2FD0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43DCE975-61F7-4C35-A9FC-7516B25F0CAF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ED6DEDAF-81FD-4491-94DD-0673E33EB541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A9923D59-9A83-4B52-858E-77CF3A359E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781244C9-50FC-41AD-8B13-8A7C6CD81226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37B188D7-6217-4578-A5A0-DDBA05AD9007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5C0FE31-56AB-4117-85AE-CDA56C6D6021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6091E855-7C17-4905-98ED-A958EF1E4F7F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D7E2AE08-CB83-4BFB-ADB4-4A4E06138428}"/>
              </a:ext>
            </a:extLst>
          </p:cNvPr>
          <p:cNvSpPr>
            <a:spLocks noGrp="1"/>
          </p:cNvSpPr>
          <p:nvPr/>
        </p:nvSpPr>
        <p:spPr>
          <a:xfrm>
            <a:off x="4009563" y="1731222"/>
            <a:ext cx="191" cy="161563"/>
          </a:xfrm>
          <a:custGeom>
            <a:avLst/>
            <a:gdLst/>
            <a:ahLst/>
            <a:cxnLst/>
            <a:rect l="0" t="0" r="0" b="0"/>
            <a:pathLst>
              <a:path w="191" h="161563">
                <a:moveTo>
                  <a:pt x="0" y="161563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770CE5C0-9BF4-4B68-B109-EEFA41D52EC4}"/>
              </a:ext>
            </a:extLst>
          </p:cNvPr>
          <p:cNvSpPr>
            <a:spLocks noGrp="1"/>
          </p:cNvSpPr>
          <p:nvPr/>
        </p:nvSpPr>
        <p:spPr>
          <a:xfrm>
            <a:off x="3951237" y="189278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E3A102C0-4236-4749-A834-221AE3B95DFF}"/>
              </a:ext>
            </a:extLst>
          </p:cNvPr>
          <p:cNvSpPr>
            <a:spLocks noGrp="1"/>
          </p:cNvSpPr>
          <p:nvPr/>
        </p:nvSpPr>
        <p:spPr>
          <a:xfrm>
            <a:off x="3951237" y="173122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8EBC5242-37BD-4AB7-B2F5-01A3F567F03A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4800F1F-B75C-4301-879C-CFE52DED31D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46CA879C-A1E5-4DE2-B445-C56FF75F534C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E0EA5ECE-718A-45BF-934F-3D141A8B27A0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F4455617-FCF6-4148-965E-1C4AE77EE88A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68AEEBE3-0CC9-4C6E-A47F-DD58B9A1531C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60E411DD-3634-47B2-895F-96B947F14EE5}"/>
              </a:ext>
            </a:extLst>
          </p:cNvPr>
          <p:cNvSpPr>
            <a:spLocks noGrp="1"/>
          </p:cNvSpPr>
          <p:nvPr/>
        </p:nvSpPr>
        <p:spPr>
          <a:xfrm>
            <a:off x="4253472" y="1895442"/>
            <a:ext cx="191" cy="152937"/>
          </a:xfrm>
          <a:custGeom>
            <a:avLst/>
            <a:gdLst/>
            <a:ahLst/>
            <a:cxnLst/>
            <a:rect l="0" t="0" r="0" b="0"/>
            <a:pathLst>
              <a:path w="191" h="152937">
                <a:moveTo>
                  <a:pt x="0" y="15293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68152E82-1DEA-4060-AC05-398493A5E9F7}"/>
              </a:ext>
            </a:extLst>
          </p:cNvPr>
          <p:cNvSpPr>
            <a:spLocks noGrp="1"/>
          </p:cNvSpPr>
          <p:nvPr/>
        </p:nvSpPr>
        <p:spPr>
          <a:xfrm>
            <a:off x="4195146" y="20483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9CA27E97-B3FD-43A1-8DAD-11DEDF7B29EE}"/>
              </a:ext>
            </a:extLst>
          </p:cNvPr>
          <p:cNvSpPr>
            <a:spLocks noGrp="1"/>
          </p:cNvSpPr>
          <p:nvPr/>
        </p:nvSpPr>
        <p:spPr>
          <a:xfrm>
            <a:off x="4195146" y="18954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43D300F4-DA42-4177-8CF7-70767956B19A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05145F23-0B05-4181-9E85-99314B104A2F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C4FB7896-0045-4522-AA72-C822E22BCBC7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C0513AE-66EE-4FC3-8618-1E1B439F59AC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866FB088-5998-41CB-83B1-C11C8D4E6A0D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8104D57-D3BF-4F7F-BBBA-1D7CF2EEBA66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B35FB385-F5FA-4450-83C8-1B3DAA445AE5}"/>
              </a:ext>
            </a:extLst>
          </p:cNvPr>
          <p:cNvSpPr>
            <a:spLocks noGrp="1"/>
          </p:cNvSpPr>
          <p:nvPr/>
        </p:nvSpPr>
        <p:spPr>
          <a:xfrm>
            <a:off x="4497381" y="2386786"/>
            <a:ext cx="191" cy="97531"/>
          </a:xfrm>
          <a:custGeom>
            <a:avLst/>
            <a:gdLst/>
            <a:ahLst/>
            <a:cxnLst/>
            <a:rect l="0" t="0" r="0" b="0"/>
            <a:pathLst>
              <a:path w="191" h="97531">
                <a:moveTo>
                  <a:pt x="0" y="9753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B8C0130-7BD8-464E-8FEF-A83727C65090}"/>
              </a:ext>
            </a:extLst>
          </p:cNvPr>
          <p:cNvSpPr>
            <a:spLocks noGrp="1"/>
          </p:cNvSpPr>
          <p:nvPr/>
        </p:nvSpPr>
        <p:spPr>
          <a:xfrm>
            <a:off x="4439055" y="24843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DC007ECB-0530-4BEA-B41B-6D62088021EE}"/>
              </a:ext>
            </a:extLst>
          </p:cNvPr>
          <p:cNvSpPr>
            <a:spLocks noGrp="1"/>
          </p:cNvSpPr>
          <p:nvPr/>
        </p:nvSpPr>
        <p:spPr>
          <a:xfrm>
            <a:off x="4439055" y="238678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FE2DC0B6-ED08-4A46-896B-F9C5F5D1C239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9EF80C4B-32D5-4C56-853F-4018B5B9C08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4357C8E2-FD49-4DD0-BD93-4D30EEE6E657}"/>
              </a:ext>
            </a:extLst>
          </p:cNvPr>
          <p:cNvSpPr>
            <a:spLocks noGrp="1"/>
          </p:cNvSpPr>
          <p:nvPr/>
        </p:nvSpPr>
        <p:spPr>
          <a:xfrm>
            <a:off x="3918362" y="181199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A52088BD-A3BC-4B0D-9A87-8AC242B823C8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AF228E05-60A5-4F5D-B855-46D6C24738EA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2E0592B8-12D2-42B9-B18A-D51BA980EC4A}"/>
              </a:ext>
            </a:extLst>
          </p:cNvPr>
          <p:cNvSpPr>
            <a:spLocks noGrp="1"/>
          </p:cNvSpPr>
          <p:nvPr/>
        </p:nvSpPr>
        <p:spPr>
          <a:xfrm>
            <a:off x="4162271" y="197227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4C23003A-B40E-4847-91CB-8AA9571EC11E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8BC3B778-6F50-4C87-8B68-A5C0D2223DA7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0BB5A2B0-BBB4-4DD3-8A39-F2BBE708941B}"/>
              </a:ext>
            </a:extLst>
          </p:cNvPr>
          <p:cNvSpPr>
            <a:spLocks noGrp="1"/>
          </p:cNvSpPr>
          <p:nvPr/>
        </p:nvSpPr>
        <p:spPr>
          <a:xfrm>
            <a:off x="4406181" y="243741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B48ED9A0-00CC-457F-AE59-9EED6B4F82A3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A33F7EBA-4014-4203-A63B-21F705C9C977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618AA630-EA4E-48B2-9AA6-07E38B16C1A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FE487D9E-022B-4FB4-BE37-12CC29E63129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A00DBB38-8B38-4801-8D59-5361406A18B0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339C42B4-6F60-4E1B-B1A8-EC575A2DE6BA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F8AEE426-182C-471C-8227-106181EDEBC3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C940EFD3-188B-45F2-8CA0-6DD4FD0EF76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853F8C4D-5F38-457E-A704-43217BA4E0D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5BB9B99A-0F01-40C8-9B09-FC8265ADDDD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607FBC1A-1F1E-4230-A9EF-FA91F805AEC2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9F643063-BAA5-485C-B721-10746D5F634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8BE790D2-06D8-4D74-AF86-FC70CE58DB66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B5F65B6F-1B1C-4966-BAED-C58462999C16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39816374-F230-40D5-9201-18E4C14D8FB9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28847AC6-169D-4CC7-9151-86DA07E4A05F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D80BE53E-46B8-4AC1-AC1E-FCE700D99BF1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3C992CE-7012-456F-BA51-8A5BFA60142D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DFC69673-BA55-4A47-B49F-437490B79F9F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C607B971-3C67-4563-9F2E-A59FB7E10468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095C6DA2-EDC7-4DD5-8107-05D20C309703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51151360-F7DE-44FB-9BEE-82D0DFE9192D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554B57C9-CBA7-404D-949F-0698420F2C3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31BA15A0-E86D-42CD-BC6E-FD74CD9A04BB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1711EDF3-C71A-4304-86B5-F819DBC4ED5C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B79F1D55-6B10-4AB3-882D-33A3E0D34102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072B8872-271F-4A0C-A152-D85051CF4AF4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485F74DF-CAA3-446E-8255-4FF0D67906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28EE3448-F9E2-4DE1-9120-F399F532F2DA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753930A6-E392-4C08-BD7B-35D2D0F195E8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673625FC-0DBE-4A83-B749-5B29E25178E4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372A57EC-72F2-4D8F-BC0F-B0D27F31D61A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984A79A9-7A08-4ABE-AEDA-1B2D769DFCC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49091BB6-3EB6-45EC-AE27-BC2A51167282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CFECEB7D-231D-469B-8D37-3655F75BE0D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6A700D2C-23E5-4B37-9B6C-A9684BD0CACD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6B01815-234F-4469-AA96-573CCB92F25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F5B27888-C744-4220-874C-202ACA39EEF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FC87E9BA-0D49-4D87-B5BE-7EE761EA14E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D1D86782-D71C-44FB-9E47-310852130BB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69900196-8476-4934-B392-EF471B1753D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DD66BC8D-2D64-4C13-822B-BECCD21BCA3E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39BEFEF3-24DC-4398-A9AE-110F999F940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6894482C-8C49-4D3A-AEF9-EF1B403BAB7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00692E1B-4F3B-4A1E-9635-0B4C17F8F2C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CE0BB377-92CD-49F8-88F0-C1535D22707B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C2C04E5A-C24A-41C2-B50D-4A9222AC406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E33EBCD2-FE5C-4488-B3B9-8B75DACEF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31988FA3-20E6-4419-B507-ED3FBAEE468E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DC74FE49-D09E-4425-AC13-AF0CA732EE84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027F730B-7B56-44B4-B6DF-0B03A2F18078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83151C11-083E-4018-AA4E-8635F91A72F0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F6A47004-6F94-4CF4-99D1-5B9489563D2B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408000D0-CA92-47DC-A235-8E3F97A3CDD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AC6A2E2B-4A8D-476A-AEAA-736057C2BBC1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2001912F-B507-4911-8AAF-55DC95B72A50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4E7ECAAE-026E-414C-8653-E3FEA1EB122A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44FE2AEE-DA97-4769-9EF1-9AFB8883B727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29D572C5-6250-4FB4-9274-1E115EF4186A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02402F87-D41E-4922-A4A0-99453F30840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430FACEE-B6CD-47B5-BD8C-D808244E0DFA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6160D14B-E620-45BF-A1C0-C99C38E6D84C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DD615831-430F-42C7-8984-5AF0FBA62A07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9C0923ED-78D3-449D-8681-00C7A645E20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DFA66350-9053-4BF2-B31E-55F9E4159BA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0D36E4B1-2B3C-4E03-AD28-0F4ABEB090F3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3C254E73-D784-4CF7-8FEE-4C7F0ACD1211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A5CE6C8C-F714-415A-BA61-40BBB3D2617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7721DAB7-8AC6-434D-BF83-D195A13735A3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BB6CFECA-FC49-4AF5-9AA5-3B73F4ECE2CD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8943A8D9-57FD-4F03-AEAD-58020CB8A5D1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72508D52-3EDE-41B3-A7EF-A4FA55E20117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18BA102A-2DB3-4B41-B786-F34A618EDFD1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24BB9146-0597-4F26-9C3F-7B9B13940BA3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E2C95B63-3B9F-436C-8E48-78808853051D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23E3AA92-CDC1-410D-84CB-9759F599993E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A12BECC3-67E7-4FDF-8CF3-1707CD4B2A8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BF024816-E1B3-40B2-9E16-C45BF402086D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4DA3113F-F1CB-43F4-B63B-2A89B1E6B0B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C3E0B5F0-0EC6-4703-84B7-BB44980F95B6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77F5516B-0F9F-4C20-A2C3-B5A537AD4CFE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6E3DE795-C7C7-44AA-BF6D-151BEA232E9B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AAD073C3-831B-4E73-A87F-8DAE20C71940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6BD050A5-93BF-4936-8175-E8FB3360FA54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84619625-14F1-410F-BE65-CA2B499DA8E5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3BCB406E-E511-4BE7-8F8F-1D7E60B7E71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24F6DC50-7666-4AED-B521-17A07522FC27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7CFC6B85-896C-4133-AADD-B85CBDEB3D5B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C6E2393A-4028-47BB-8776-68F26D2A8BB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2DF09A52-4DFD-4D08-878D-1FABEAC0FB7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04D0D710-9C96-47CE-91C5-BBB18C0696F6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0A1914D0-FA2E-43FB-8451-B13F0D2CDE6C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22D36529-9687-4D69-8628-6E9A31F8A73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BE848A69-27EA-45FE-B21B-83497E10CFE0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02E23110-2039-4FB9-8E02-AF9DA7B88BB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777817A4-EAD1-4FB8-BD05-D0083379D95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DD9D449D-F5ED-4802-AB52-643AD162A3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4260A6C-7BB3-4FE4-9212-E0FE02BF225B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EFB8ECA3-5445-441B-9803-3A943441CAE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688AAEDF-9631-4968-B511-A8D6C18A61E7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CD037642-40C6-4A37-ADD5-9C3A9B1683A2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3AEE279D-E939-45B5-993D-C00218C1F746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4F487B73-B0D4-4D3B-9A21-7A1ED337A495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77EBFBA7-7CC8-4D11-BB8F-CB7017E8CF2D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2F49CD3E-5500-4986-A31D-ABCF47CBE5F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34EA36A-3231-4232-A9D0-8B6F83B1AA1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FBE49DD5-B3CE-4DF3-BF74-D9F70795B467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D5556CC1-601F-4CB3-A289-7B8437A62C7B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774C52C6-3ACF-4E4A-A706-36F5A72D02C1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C76C23B7-FCC6-417C-9CB4-6D1113A99737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FEC3A200-18EB-4600-A773-F7486567A525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383CEAC1-D2FB-4981-9DA8-3801B125C6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E806AB9D-924D-4019-A253-388C4AB9679C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E3EF8DB5-DBBA-4954-AB0E-B8C3A850AC2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8F82AE69-86E6-42E6-9E45-028AF04D6291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1B679C3F-8DE0-457F-A347-873F5637532D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44687DCE-8661-49AD-B2E5-DA18BD80EAFC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CBEEC196-B130-4319-9196-0637730DDCDA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0806D6F4-B832-427B-A5B8-4C963923A3C3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3731D14B-CED4-494E-B7D0-0C548FA5A9C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241EA1CA-C983-4C31-B0CE-52BC6077BFD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847D067E-6A3D-4B71-9E2E-E2E0C87ABDF3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6BA1535E-507C-49A6-B05E-1C4E6B34494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88CFCC04-1125-4CB1-B241-BFD14085EC48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AA86C3A9-B4B2-4B11-ADD7-2CD52280E6D3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31973483-1A3E-4ECB-BC1C-C7EA4E041E91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E50F989D-F8CA-4B68-B04A-F14E8E0EF5E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AAC513E-9F6C-42C3-BE09-1DBCF442DD2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15F50B15-7CBC-4742-805F-0D3D48B287CD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91C8ECA-0817-4185-8CC5-A32C4BD702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24E751F3-B4BB-419E-96F6-B23F605B30F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961F79CF-CFE3-4F72-85C1-1EFEB46210A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4175EE3E-B7CE-4807-95FE-C03D7D6458E2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75FC85C1-099E-45BB-A6C2-B344C6F4D68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69CCDEDF-C82D-467A-9B13-2E0FF4244E8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AFCD3695-E8B1-46CF-A1B8-A72A8EE87FE0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585801A0-B527-4950-A221-0198980062F9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6A755E4D-FD8B-46FB-88C3-12630D88EB41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A9E9D49D-17E0-4310-909E-3F4F1A7A030A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27F2B861-82A7-4D03-96B4-34F39F89255C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468B3F5-8F2A-458B-B4A8-A25B6E39517A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2C5140C-8A84-49C9-B892-A7F7C226D0DB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ADBD27B3-B4C0-4F16-8F6A-B4ECC6196379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7BB519C1-6EFA-4913-9C44-9B2BD4EF7E5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DA0F3EDF-93FE-494F-AF99-2CB94CF38A59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7613137B-1576-4610-B305-4AA0547D8D9A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8AB9BB28-8C3A-431D-A9F7-5BE72997E586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C3B7A73A-DA48-4FDB-B72A-D5AF5CFB4C94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5FFDCA20-C0D1-4742-A5DA-59CCA4218F8C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060415AB-6DFA-49C0-8C55-959AD1DC555C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086408EB-0C60-4E41-A68E-EBA5764B4E6E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8A0EA39E-2E6B-4326-BB6C-92F665DFCE29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190A9544-7CAF-49A5-8C20-8BE255B7D647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47BB40B3-07C7-4C70-B1F7-A190DD57F29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545010D5-EC7D-41DB-BB1C-973AEA94F29A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C6A30A95-B54A-47A0-BF7B-C00E842C67C4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87211A06-E728-49F7-80AE-D816CA9712C9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7446C107-C9EE-47E3-A790-96999C3A4217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560107AF-11B9-4399-B2AB-0427CF6676E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719EF8DF-5379-4A04-A5C4-3CF2EA686990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EDAA948-1727-47FB-B6E2-A8EFC4A7863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01E1C5EC-8317-4394-8442-43CC18F3F1FC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C8B1B645-4E46-40B2-B872-876FACE341F1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D6914944-9489-41A9-B341-5E7D7F47F76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87E34683-00A4-4732-A750-B23250F43E76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BD8BFAA3-FD7B-495A-823D-A5AD0A1931B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1F827DE5-C19C-499D-A4CE-BAC1FC319D11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2FF2477B-6C14-4B5A-86CB-8799F39D1C59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58162780-C27C-4D10-9F48-11E0A7CCBD45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BB5935BC-FA6A-4A09-B875-FBF0E6BE98B2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BA58EC48-B096-4F88-BD70-4BBC11E3950B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441D7E2E-1259-486B-877C-3422F975F3C5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EAB2BFE5-C92B-417C-A955-D9B7560B3BD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E4BC97F-4735-479A-918A-194DB5DC8797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4116D1-F05D-4B7F-A384-DFFABA6542EA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87526D73-99D2-470E-8597-F151BF8B5E4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7C69A70B-A1A2-4441-9471-DEED2C6D8AB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CFE0A1B0-3AC0-4C7B-88B6-331263F81EB8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A156C86C-BC9D-4008-95A9-84701BE9C1A9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DEF117D5-7B13-476B-A624-21EDE83EE675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2FD090F3-0E94-4A31-B860-CC1AC8343877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740FD342-6FA3-4584-BF43-174D743C90D0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A0E5491F-4A1E-495C-B037-D07183B36B90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8E8D9D2-2123-436E-BA5D-7C20ABACDA3C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1CF757EA-BAAA-452D-BF69-09C24942F484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F2C67265-E448-41D0-BBDA-24B9ADB5300D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68C6A0D4-081E-4957-BF94-7AB84FE4882D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80DFF5B5-C185-49F8-8E2D-37DB9394B397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121A1405-F584-4BE3-83A5-05054D0CFE59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0B44AE6C-9207-4E52-8D3B-54F1C17A1AF2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FFB507B3-472A-45BE-89FC-6D936FCE05CC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8BBB970B-B666-498A-BDD4-9132F7A72AD6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55DD2A00-21E1-4CA6-ADF7-022C3BC1A076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D3ADF4C7-755E-4DB8-844B-51A921376C49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C42F582B-056D-4A21-933B-50DD8DC30DE7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0E29F0D3-5E24-4EAE-95BC-CD7FE62ED1DE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55672FE1-EBF1-44B7-8A4F-AA84F7775DE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26BFB547-6C88-4999-B7F9-BD1CCA6BF9FC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286A4D60-FE56-49AC-ABCB-686CD78585D9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68310FEF-32A2-4748-B83E-AC4EA6BDACC5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3C4B095D-DDE3-430B-A659-AF9E6261E267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24A8FCE-6436-45C7-89D5-EC0F6E343978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FD0B2E4-A237-4CAE-AB35-E6B8B30A4F61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C2DF6E97-76E4-44E8-ACA7-12140B883108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3CE3573F-9403-4023-9DF3-7871C1CACDB1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22346C4B-A4B4-43B8-8485-C12B7C52BEC0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A62CC46E-3F17-4675-847D-E889ACA985D7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2C958E34-3F6C-4F7C-AE46-151A7A63631D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48B226C-1F7F-4999-BC7F-44F9ABF9A087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EED5ACA6-5F25-4793-8916-C61D15B4BDA0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AF5EC3EB-B910-4167-96FC-299889F14B50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AE5CC70B-75E8-4D79-B3F8-659E56CCF12B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D8058887-7D69-462B-A853-6E661F07F541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893CED95-C156-42C5-9F75-D0367D2A3324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D131B65D-E457-4EC9-B849-36BBE2499A86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D37E27F3-76B1-41B2-BA38-EEDAB1F7EF00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966DA3E3-F607-4505-A48C-3722F53A8BC4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8688C665-68DF-4C62-ADE5-A6858790551C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8C4BEEB6-4739-4CE0-A3A0-22A76D8B206F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4E32D173-78DD-4F24-82B5-48D379A1CADB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0BCDE726-4233-4305-A6C0-097C5DFDBAAC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6A8D1B23-6B86-4BBB-8330-1494E99A2EA0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07B649C-F610-4A50-8B98-7B1FD8015B84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904178BB-CD95-4132-B0D2-A9E3E1F44FDD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7B997EE0-DB39-4BA5-8768-2EEC0212F836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F10EAD7B-EB14-4F0B-BE63-8126BE2E9A90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88829596-A362-4FAD-A2BC-774E5C31129A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5B97552E-8537-4A9C-A4DE-938E5E23236A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B695EEF1-3778-433E-9F89-037FBCCC3CC5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D8FADEB9-5D1E-4FBA-927D-20BD6EE3E0A8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824D92F3-68EB-4BCB-8284-6B81166A6B59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FF379CD3-DAE4-4B7A-B1FE-A064F1530F2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CC868EDF-BD68-411F-B955-DC9A02EC35CE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D1D232A4-CD98-429D-BB34-DFE571B967C8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14686748-2E62-4292-903E-1463B4BECC96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FEACC7D1-96B9-40D8-BC18-5F5A96B8E556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B28D8A88-87C1-4143-A8B0-B8E6D0FE8CE4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DBC1D191-785A-4D1F-BED0-DBE2A6F44A8B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14C0695-6B9D-4F13-8740-DB043E6F9513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0AD51DF7-447E-4CD8-8657-7D49F6AB7BCC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5A88AE48-8895-4B5D-93F9-25E8E9664C58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CF51D258-461A-4114-9878-162D6CE8D5BF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475D4C5F-A7F9-4995-8D22-1EECB5EE8104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FE108681-E0BE-467E-98C7-D836CB278DB5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6DDB073E-D307-4753-BF38-9DCAA5738F95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977784B0-41FB-4C1C-8D60-9F2193A6C049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A2457E05-9A7F-49E2-955F-C6146BDD720D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A5B540D7-8E1B-4D7D-95D4-8540BF6FA096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BE33BAB5-1E3E-4728-8009-E05E93FF0943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959908AC-ED0D-4CDC-A075-1B20180D3706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A2122E5F-2B14-4A28-8082-8F3DDD70FF87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02E4DD74-365A-4EBC-B266-368217264997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6AF903C4-61DE-4C51-8CF2-499E5FDD50A9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5AB0E7F0-C31B-4D7D-86A6-139CD180D071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C781DD46-8BAD-4FD1-877D-966ABC583521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7DA99F8-B1DD-497E-A362-1F8964345D6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8B42C808-AFE1-44CB-A543-2DDA0B65993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9EA96ED8-AD7B-423B-8BB1-EDBC15087BF6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1F4DE099-4994-4B60-96B4-834A6B3B5AA6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0BB1A13F-69E7-4BC7-A415-FAA23BE60015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4346622F-99E2-4CE7-A762-AEB5553FAF8E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A4C99162-D894-45B6-B436-EDDB4D515FB0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7E69430D-FA17-4C18-B755-BC033A618EEC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BC47204E-7139-48A7-B3C2-A0040023FB8C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486C8D46-AAF8-4A11-9424-5674ACB600F0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43D668EA-6A11-4BF3-AE0E-5C5F28CC0A39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265E32D0-917A-4B2D-A49B-2BFDF1740B0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E5CAAC24-2C3D-4328-9D81-4A327E14D2B4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F94D3468-9B98-4458-BBAF-56DC082B304D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44BB9FE5-6118-4D12-8279-0A6ABF58FEB2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078CF9CC-6F57-4B5E-B751-265BABD09624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2B6A7713-2F69-4176-97B3-B7B3F5C82CBD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DDC756E4-8D43-470C-B546-C6E2902B6B8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A13C2557-7608-4272-8992-FFE1F37EAC9D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57AC83C1-F0F0-48EC-B38B-5753E3136652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98680D60-064F-4678-9D05-3E5F7CCF7BDD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F161475D-CEE1-4617-BDAC-83C04A009BEF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8E52CC37-3128-4838-98CC-4AC939F760C9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CC67C31E-FB6E-4F6A-A63D-E60B2AA4946C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FC5029DD-0A3B-4590-B7CE-01B721EBF899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E87D9A8-7517-4C3F-BF9F-02DA13BD614C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03C75512-56D5-4DCB-983F-454916A3E6ED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E484258-E985-422E-902A-CD462CECB8B1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838C5D69-86D9-4ABE-84F7-515A8E34CF56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7D0AFA91-68F0-4184-BB8C-78366DB4E8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F4B399FD-1227-4909-86A5-02F83CF98972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40F43B5-1BBB-4940-8EDE-CE5CFBBAB22B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1BB0A23E-5548-4E5F-948D-C49F9C53C00F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4EB66D1B-FB69-4EC4-A9A6-31155E8C27DF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AEA5D9B3-5F7A-4241-B8DE-83563C02DE2C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19F4CE0A-888F-4837-93F2-711FD69423BE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A1724047-5159-4779-A5E6-E79491B73FAB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8BD277B4-F549-432D-B79E-E374BADCB432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78AE6833-D5CE-4387-951C-FEA0CF4EA9CE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248654CE-A835-409F-932D-203A981B53DB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C6474E8A-CB56-4E48-AC1F-57CBDB04EF65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1A8297F3-62DE-4CC8-938A-DC9237F699BF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DBBABE96-2E99-4EF5-91EE-AABC99368956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CCC8ADB2-E015-4B9E-ACAA-62FF3EE298BE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51C8A9A7-2EDD-4E3F-B737-A2EBE6DFA8A9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81D25251-60AA-4099-83FD-AF133E47FDD0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F283C731-A05A-43E9-836D-FBFEF33C5F8F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34DA98E3-7E63-4FAB-B5C6-80E2A78F5D50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CAD2B2ED-C2FC-434C-AD5B-18254756B65C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89D417C3-D3A1-4DEC-B4F3-96F0590BD95A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2725AE1-8B34-4CDC-8C8C-AF1F090FDEF5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2BC0BBBF-0D3A-43C3-B9D7-123202DE5004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D1419318-AB42-468E-9AF4-AF5400CD2B67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EC78F48-5690-46AA-A5B7-38FE7B8985F6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0CC613C1-A0EF-4D98-BE6F-97791183A332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41B1F08E-BD6A-40D5-8AE7-7C378B257944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C25FFEA5-2050-4DDD-BB68-0645AAAC03CA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F46782AC-8C48-4682-8C7D-2B78AF7081E7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01590767-474F-4C11-81EC-7BEC4D4BA3C8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D8922211-4079-4FD9-ADD3-43E18C6989FF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62DA8B76-8E54-4EA1-8885-0503D6B6C6FF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F41D08C7-1CBA-4EB9-94DD-9526F3278D19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85821C52-55CB-4404-A7D8-15D76FC19407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21CC7EE7-C827-4EFB-A94F-1DBE143C2CFE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479D8AA1-2451-4ED9-B1F0-FFB120F9E3D3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8319FA61-6F52-49CD-98E8-8DB2F66FDB3B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DA22F157-D070-44AE-9280-B4082E1DDFDF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5648E1D9-39AD-4028-9316-CCA08FF24E7E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5ABC909E-5C37-4873-A85A-2180E4A15481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ADDF7CE4-A326-4E0D-B80E-1B8BED55BA0E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B68EF8FE-C8FC-44F3-99AE-DD77C0FC0972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168B2AF1-4C60-4FF2-AEE3-1A8083F673D4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202F1533-78E2-4D65-8882-0B56CE74C682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9B742BD8-FB8E-49E1-A668-C228D9F58A96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3F06F0DF-44B6-4BC9-A703-B398CB63E8C4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129D1138-7181-4362-8864-0B91CAB37B11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B14974A6-00C6-427B-A9EC-FA27FFEAEA73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6C202ACC-4D3A-4C86-8203-493E08879AA3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3C64E353-1D5B-44F0-9D67-DFD3130105B6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E200A954-3A3B-46CC-9E0C-9DDA7B7B4179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4B015404-7F61-450B-8789-4FFA6626AEC2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4DA9CE87-C311-4889-97C8-EA6A12024003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A8019463-76DC-4AB0-A00C-997B924BE6AD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32115A5A-E3BC-49E9-A056-AADDAC080CAE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A6F90097-25B8-4A9C-948D-59F524DACD21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5F8586CB-F3AF-4311-8BF5-541BB96D97AC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6B7748C4-3825-431F-B3A4-DA9B5A60AF15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28431DAE-16CB-4DBF-AC69-34EB7D7E452B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B4022C14-E265-4EA3-AA9F-82296C7CA600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7B4E5619-7F79-4803-A24F-BA9F147AB6DB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9CD7A05D-627A-4FC7-BA72-353C193E28BC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FFC40E58-A56B-436B-AFEA-AF19E816515D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2B37AA11-1880-4D23-BB3E-2AB5087B19C2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254C57DC-E989-41E8-9F03-0627378E28F0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0EB43385-50BD-4243-830F-70D0AD3302AE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3CF8E067-D9E8-4D34-B7FE-89E2D6FC93D9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C88D9969-CA73-4DCA-94BA-EC9B444ECDD5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40754CE7-7CBE-4D17-B792-42B9C3519CE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E2B2F958-8503-4951-B00E-8ABBF4C3E92D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A4E2621B-82D3-4361-8876-AF37CF80E0CC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E64AE7D-825E-48E5-938D-601539970A08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E41E4910-335A-4728-8D63-3EFACF4A3CD4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B2823A08-E52F-4E43-9DE1-E4482924DEC3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9CB8DEA5-D2E3-40E0-B7C9-7FED0D3BB8BB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16FFEA7A-6654-41CF-8E05-724A7A330282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A1615932-6D2E-47FF-B293-084DBB7587C2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0D2B70D9-4A28-4B1F-A144-69D5A532E553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2D1C9A0C-DFDA-4709-B0E1-182C4E6A0E9C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E0C3F5A4-C42F-403B-B988-22F1C843D379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AEF41213-FC27-43CD-8BC9-BDF4349D68B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45B90C79-6EFD-487C-A4DF-0388D6743EFA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AC445232-52A6-47D1-9C07-9CF823D34D5B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BA04B4B9-7B43-4510-91A1-7C3A8C48A37E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EA809A7-0240-4492-89E9-9E5FE333022E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36523850-628C-4D28-8E4C-22706741130D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733E653A-51F7-4EE8-B0C5-C0E65BC52838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0C82D700-C2FC-494C-BC20-3E1EE37DA809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11E1A7F4-D605-4788-8196-BF08389B2AFD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63FC77BB-BAC4-4C78-8E93-3A636960BD08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D2D62352-B918-4E11-8F2F-33D0DE6A195B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776BCF5D-A5BA-4CF6-B8E2-07F872A3D255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EDADF699-BB55-455B-B2E4-882388603A52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CD2DE31D-9108-4F74-A49F-3D5BEE47311D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71FCCA9-9FE8-47BC-A3C2-2A5504542AE9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B8A51B51-382E-42A9-A345-417D199B3905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2DBCE35F-2E4E-4EC1-BE9E-0A21610C54C5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331036D4-A767-4DBF-8459-6D46F4B264AD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AA1F9BD8-CA31-461E-ABF7-D24EA7DEDEDB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182FC874-64E7-491D-9722-FBBF56A7D9B4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509E4D96-85A7-4678-983F-59AEB8829F5A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EA079A13-6BFE-4215-A2ED-81C727AE5CC2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DDCA239A-3B96-45A6-A821-0A53294E088E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5ACE70F4-3D84-417B-BF18-E3BF451F2190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6CDA27D9-4815-4604-B383-33497EA9EE62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44B1DDA4-6D4C-4414-8C86-0E794ECF8144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4C7B0E50-432C-43E9-8816-C8E6CE9C5639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E7811A32-6678-47B7-A0BC-63E88AE88EEC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E98A54A8-386F-4757-AFF3-3C67615C3E3B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8DADE495-C3F5-40A2-8F97-1722D5A6C1F0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739B50-E659-45EB-BF6D-C999193C7CEA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46030C62-F89C-4EDF-86FF-68C5807D0741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A43F2FB6-21E2-409B-859C-22BE760BF4AC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68EE3FEA-9317-49E9-8B64-012A66E00C1C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E6EED9AD-BED7-4B8F-B073-E2B3FE8CCE21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9CCD2D27-DD3F-47AD-9F5E-393EE1BE7BD0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137032D4-0DA2-4D51-B802-E1BDE11B2B5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C357DB8-EA5A-4618-8712-302C1387C09B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5EFC3576-9E92-4191-B304-983789806A9B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521565E1-62F4-46AD-91E2-521495A7615F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05D9D4EB-4983-4530-8BD2-108FB0CDF3D6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95411003-3AE9-49E2-A906-8AB888F80CEA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D285EEFA-8782-4D96-AF60-5C1C243B129A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9708DF28-E255-4796-AEAE-E707C750031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C398DE29-9571-4139-8DCC-5D016AA101FE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C2BA6215-10D9-4CE6-9F97-43ED0A4FA7EF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91E72A05-CD80-4DED-A551-A82B44B286DA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DEAD18A1-193C-4525-9BAF-99FA7E4AB349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2021F0B2-C78A-428E-B502-5EEC61FE0944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76B2C23E-38CB-40E7-BD05-7B7B5FC009B3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55FBB6B1-D384-4D40-8793-71B0DCE9684B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0FCEEAB0-3189-4289-92EE-B530C5FCC788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5A20A558-89FA-4678-83CD-3F4C0165CB20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EBB09AC2-DE9C-4AB4-9D26-F39BA1BAF4E6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9346A905-4161-4101-B859-43CFA10BD84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8669F32C-4E35-4654-B02E-9B3F86886E5D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9112EE81-3780-44E7-BD45-7F3ECBF0B883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77AB7B29-1BAF-45B0-904D-FB5CF47C8BAF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6969E3E6-54DD-47F4-AFCE-DE853D1F4505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A77C57D6-7946-4B32-96EC-011E6ED9D32C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D85BCFE0-692D-489B-B9C5-F88DB5E13BEB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14934D9E-AA10-4C8A-B09A-2BF29723C3E3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A373D17B-BF56-427F-88E9-72886178DB1C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0F658D74-EFF0-4DA1-8614-DF6B0C16BE34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A8DE2971-E33E-49F4-BE3F-28B313F86425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015078A4-2ABA-4197-8F67-C8E84E4D152E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95035DD9-D63D-40EE-8A5D-E42B7B3D1F28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8326FAA1-7C4D-4789-A247-977D7510FA42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37386F23-1A59-4613-A99F-C6D211399D87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541CD72A-E113-4875-9EE3-7E784EA7F00A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38052307-1B56-4A7C-B9AF-07B5A93190C7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D4D774D5-8B57-46AF-B881-BF69D936048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8D84FBD7-BC42-4E79-8D67-252B2782F919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AEA78E4F-9DD1-4806-B709-8EED57E446B2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F488CDA7-6F40-41D8-A59B-BE72490A5361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A5FAEB35-2BEA-4634-92CC-66AFCB7A743C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8BB2B2CC-595C-40DB-BE82-20B357056DEE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00A0563C-EB6C-450C-9F7D-884DC13E7659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3FE64D3F-FCC2-444C-91D7-599C08D9CD43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4C96E5BD-B7B2-4A45-A90C-5E9BF8ADE7D8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1B4B9891-677C-4D6F-8537-6E29575B50BA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72A43A73-50FD-4D8D-8202-41FCB3B6AFAA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AC65F59B-C95A-4221-90E8-13435744CCA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E1AEF320-1013-439B-91E2-33737D9AD28D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4A5012D4-2814-4CDD-80BE-2D6E7D221CEC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1F6A5F78-DAB3-413B-AF45-9D0E5F535AE2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399D452A-2B7B-4C44-9BE6-077A2EBDE7B8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F7C06F4C-6550-4D5A-AC59-01C8BE4893BB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521669C-9C6D-4671-B992-7D1B903AE3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8082985A-0A70-470D-A715-D3218BD50FF2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C542B665-6612-48B0-8F43-A84D6A7D282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5F4F5F4B-3FF9-4C4C-A5DB-072989B26A4A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6782BF96-8395-45F7-9C7A-7159E806C332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4EF22B9A-D996-4048-9076-2908AA65E458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5DBF8AAC-8F6C-41A9-AB5E-6667475D262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7F623D6F-B4E4-499B-AC1C-0E28D7623BD7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EB477FE8-B015-4D79-95A1-4C5D9CD093A7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AA2CB58C-BDD4-4B44-839C-63D560C6AF0E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59E13BD5-78F6-4824-931F-7E0680AE4EF2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B143EB44-9E61-438C-B293-674B86365570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8029C6C4-D877-44D0-A967-731C658715D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936F7B1B-E023-499F-988F-F37FF309849A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5966F3B-5DD7-4E12-9ADA-F625A3D186A0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6ECEEC3B-B3AE-4E7A-98D5-10BFFC3A1239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7AA01C09-C19E-4DF5-ABB8-F75669A273F4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10D4231A-B1A4-4718-A492-982BB9AE4004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8ED17993-B9EF-4099-AA33-008815DE33A4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9210518D-8931-4012-93CB-5E6567331523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2F91F605-3D49-4A7E-B6EE-BCE0D21EF459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0B49F743-6412-40BC-BADE-6D4AFF7B3FBE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AC709960-A695-4467-8E5E-CCCA4B6186E2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BB721829-7E5D-477C-9FFC-3FD0347E5051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272FED56-2BB6-4243-8214-E5D314751B98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80CC559A-90D4-4704-9086-D10B9725FD1A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1C49334F-1ACA-4BAC-AEAA-B23DAB826EE9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CD389F6D-46E2-41CA-A3E7-85A0F9901AB7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61070D7A-1716-4825-990C-F8E9DEC2F7A6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972D02F1-FA69-4F2E-9F1B-0290271B828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ED79D249-67C2-4617-A506-C837D05D1AFE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C1C938E8-7FBA-4DDA-AB25-554AD17A61AF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4F6F225E-1C0C-42CD-B0FC-132550B944CF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4BC29DB9-AC8E-44CF-BBB9-897E17A5188E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AF72A0AF-AC1A-4397-8BD6-1259927B33D7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A2AAB9A7-BD40-4B95-B449-A7F770E279B6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CEB2B6AB-5201-42CD-8D3A-1A4173770A8D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B6BB4B16-A60D-4822-A6F0-3A1AA20614B8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C8E98D5A-022B-4125-A079-A47B0DA79E75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BC37AA37-75E5-4B14-977C-470DE2D683D6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1E8CE6DD-F72B-4253-A094-4F550AF1187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5BDDE7E0-D0F3-454D-8073-2714D77689B0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E45FBEE-6B03-41DF-AB59-CB1D84ACE2B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6D3F6AA8-300E-4591-A80D-7DDF5EB882FB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EF513005-0967-4359-BC7E-BD47A88796C6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8A9B446A-9CD7-411C-9888-68BAC1511414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79068923-5953-435C-82B0-6E69BB4FCBE9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AE8CC4A7-9BB2-454B-9C3C-3115F877C27A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A1ABC25A-988A-4663-9DCE-71463643244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269DF6F0-E566-4D73-A17D-136AAC8AD146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86A68662-8664-4BD5-91D0-9AEB364144BF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B9594DD-F865-40BB-BBC0-DFBDB0E6499B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4CEA1479-A990-4C7E-B50A-569ECE43151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3B27594E-3E39-4EE8-8B1B-A81991039412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87B36E00-FA52-42FF-A069-FD10621F3BB1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EE1CB2D2-79FF-484A-802C-7F876396B109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3CAD0847-3A0A-4EC7-83A1-CC7DD4153D4C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B74436F0-B2F3-4F19-BAEE-7AC9449A9280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0396AF2-9848-43C8-86E5-F7E25976EFD3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A12EDD3B-0871-4DE2-A411-A72895318D3B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278A6B5B-2989-44E6-BB2B-C722D27D4ECA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62189199-8513-4C14-8FCB-DCBDF5F89C6D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6432EBF4-76C9-4237-918E-B0D02222580F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B7DC8552-1D0B-4113-A3F0-B89D4731EEF4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468B0F3A-3835-4006-B163-467AB9F570ED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9357BCC7-9CC9-4A65-ADF8-58E108170EBD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720F9D52-7712-41FD-B5F7-A686AC23BE55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3AE54595-A62A-4B1A-8D32-A86132EA21EE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BCE8B152-C95F-4987-A43F-CC4E7DE6F3CB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0D2C42B8-1A66-4465-BB30-6246FC89FA82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51FFAFEB-1915-4168-B1D3-A02691128AA6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492DE6C9-D47B-45C3-8B97-EACEECEDADF8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82212059-FD1B-4026-B10F-5DF199FDE544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54403147-5C73-4B4E-802E-FA45946E3ECC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A08E7B21-F7E2-4AF9-9DCB-4C415C2F96CC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57547CD3-9848-48F7-9CCE-F630CF440481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D9678AC1-8769-4F8F-A566-4FF1B2C7E0C0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F6A23E41-0751-423E-8000-E4705E65C691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847B1FD1-8673-4116-8FDC-2D00F1B7DA54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81CA040F-DB22-4A41-BCC5-89495E66C7A6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B9522513-705C-43BC-80A8-5727EA99B898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E69D16F8-84AF-4B2B-82A2-F897C696F684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1867FA57-7CDD-48E0-8153-EF027AC45043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47D9B60F-13FC-4D11-AFF8-03BC3E8692D7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D12FAEEB-14E1-4D2B-A676-76D3AFBE09B2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04219BA6-8367-4F2E-BF10-F88C80EC3E5E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1D841203-E0B8-46BC-8ACF-B59B13E78969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43041C42-0FDF-4301-891D-D1382FAC64AB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734DBB74-F93E-4C52-9AC8-F9A607A98E7B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EDA52F16-205B-42A5-BD88-4BCDC3EFD380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47B8A3BE-2DD8-4F9C-BA9C-59720E35CF06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5042485D-2746-4F24-B26A-D2FAAAF812D6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13DDC9AE-29A8-43DC-B372-AFF3511E07AD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DC5C58F7-5883-4349-943E-8CBB6A9686FB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E7C8916E-F2E5-4E6F-8040-3116B3249B6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4B9CE894-672E-48AD-85B4-6655BC8DF0ED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B0DB5387-86F6-4E83-A94F-1CE4457665DB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427075D1-C7E3-4C13-B270-FD3B8D829B5C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BC7D2977-4F21-4223-91A6-4C27A4D518DF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27BB1E3-CD25-4EA3-8EBB-CBDAA9FA518F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FA7E8248-D0FE-465F-97BD-5E06802A0FB3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ABA15C44-F537-4CD3-B756-ABB002404B91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1C397393-E749-44DE-B62D-AF0C682BB93D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0145D6B-35F2-47C4-A076-FC3C51BBE644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96CAC80D-AA7C-4330-9E72-2115B77A98F1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FD369A7C-4F90-464D-9AC4-86F12AD1130A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AA4127FA-430B-45CC-AA1D-21DDD2EF6299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F3143FA1-9B59-49AD-99CB-ADC5566FB91B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7B07C39-F54E-4CFA-A09D-67EFDB84FFD0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AAA0F430-0098-449D-9FBC-8FB79FDDFA19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0F16E9F1-457B-4FF1-94B6-3A294EDBA77C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292360BA-671A-4A88-91F6-D18630A5BA93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B4B1341C-CD5C-481F-BDD8-008285059A11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9B8ECB9-0413-4CE9-9823-160998118C64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9EE5B7AB-993A-4DD2-A1CE-0EC3FC6A1066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1501B921-7CD7-4167-B0A5-C5F9AFC0073C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7AAFC042-8154-439C-A1CC-18E8E8A1A5CF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4FF7D450-7385-46FA-AA50-89EAEABC7AC9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D112575D-4FB9-47AC-AF87-DADA336D72FE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FA27640B-E46B-4146-BF2A-340E7013AAB9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32CF14F1-7594-4E36-BD2F-AD4C41A42DF1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CF29A33F-3F0E-47D3-AC41-11692751E244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B82DF15E-473D-4A0F-8513-C7E41C8F3E7B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00082DBA-65D0-489E-8249-354FAEB63C9F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624FDFAE-CAB0-43F8-8D60-AB58A0B82E92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CECDF662-EC4B-45CC-9979-1C71E1AF64C2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100A494F-275D-4609-BCA1-2518C5E40F29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F6F96810-EBCD-4239-A739-E86B7BCE95C1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54178ED5-7CDF-4C2B-8C51-B85676386AB3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58FE8BD0-2933-4662-A9BD-CE5CD2A99F08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C450256F-DFAD-4C11-ADB7-E87708FBEFC8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1F354233-C7D0-4D43-940F-6B2A9478A949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FDC362C6-5234-4165-BC40-27BD2C38B82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1AA62B1E-7855-4CC0-B4FD-0D97090543E2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5385A526-02B0-4230-8D46-ABFC3598FB83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7BE2BFD6-60E7-43B4-B1E0-8E3EA46B3ED5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01AC889E-4C44-4BC7-95CA-EBEC9D0AF6DB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AF06BB89-D481-43BE-8EDE-3D51C488E52E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8AB12AB6-4FEA-4D75-95C1-1B0DBC9D9150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8934497C-FB82-45E1-9A95-C115BEAD9A41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A1B1254E-00DC-472F-8F3C-DA52907DE2AA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3EEDBA97-E5C8-4EE6-A1BA-B1C935D66890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8384AEF7-B30B-4CAF-AFD3-204F162C248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CE030D76-BD38-4A65-8E61-CDCD25394D31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047A6B4B-4E57-4FC0-BB07-D0CCCBD452BC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E76DE4CA-04FC-4473-A83F-335DF2EFB9B1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5F7AFECD-E72B-47C3-8228-44A2AEB4BF59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BCAB1EB6-155B-4ACC-80E5-93879B911952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83F02D09-BE04-4B53-AA12-CF83D088B31A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4D405916-D298-4D08-8E18-C978D18EF27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B636568A-1AE9-42A9-AA90-5653E50032F0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B73CCD81-5F82-4827-8DA6-7FBF7C67229A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B63D7722-5240-427C-8CD8-9E5ABF402103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A0D4F454-3D99-4D9C-8DBD-4082C1AE7CD6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3931D1A9-49C9-4EF5-AA0B-C6B6ED339E6C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126D8A45-0298-410A-BB91-3571F75C8142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71D19B09-3D12-4656-9D80-0087ED88028F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558F5FF1-A389-4516-99B1-35320CA9EEB1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B078D90F-B816-48B4-8D40-3EEF488386F9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55754B0-5DB5-4476-B863-4D492F106CF1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53D6DBB5-8FB5-4996-BCBC-EA0BF2F36C46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1F50935F-E6AE-43FF-A3E8-CF2B365977CE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113B56FB-84A9-4741-8EEE-06F61919F603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D6D26378-D5CF-4A59-8C63-6A031E484ABB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36ED5008-5296-4F89-B8CB-034E433989B7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6EEA09DC-A1F6-4E23-BB7D-35D136BC6E9F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836C1DE5-02D6-4437-A139-D033A4E1402D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D8F869A-A076-4710-ACFF-2C55E3BD09A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C55E1342-ABED-4932-8C5E-9F8459A8C2AF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ED15B143-A344-4A9B-BB52-54183188F62F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6C863A8D-6B3F-4C5A-8AC2-AB936DDE27B7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8CC54FCE-7BEC-4F46-AD00-26B309AE977E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EAF54D50-A960-4030-BC5A-008690B2418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2C745E1C-C2F9-46C1-91A2-70EDF788FA22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32E8E224-2E5F-4FC0-B5AC-0A13E42905A3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220B4AA0-90D0-4B94-BAE6-C2DB603448C9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7081BC1C-5544-414E-92BA-04A127CB09D4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901AAA1A-3CBB-4286-ABEA-465B76A1030C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6A60625F-E3A9-49F6-800E-C35AAEFA4D5E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921B8633-6846-47F8-BBF0-818A746FDF7B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E2E0A5A9-FDA1-4AF2-85C8-BD623F31B57B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FB7D5834-AF84-4E21-BCC2-C252EB2EE04D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017B9984-2CCA-4B8B-B7C1-202E334243B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D0E59B66-238C-46FC-9CBB-F3F6AD3FF5E7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A4B846B6-645E-47C9-BC87-AF44B82A31D9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2A1EAAC6-6F83-448B-BB5E-6883A8EC2083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820CDA64-F3EA-4911-80D9-3AE615721429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5B2BFF9E-5C91-4054-ABB5-F288F81892AC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D0B18B5D-E6F1-4ECF-AAF7-B420F2B3AA4B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CE6A4DB1-A716-447D-AC38-D67B7D35C438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1460B6D9-C71E-40E3-8721-003BFBC472E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304D2893-B185-48E7-B3F5-0FDB807EE6EE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3AFB214B-0DA9-48D5-812B-472198DD6A66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E38710AB-DDF4-48A1-99BB-1C0C0FC03F18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5B34B869-51CC-4FC2-8BBE-CCC3C4118956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2C11DAF2-B974-4E3F-A156-F452E2E475AD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F4E6EB75-BC9D-45AD-8185-E8BE18BE9EDD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4579EF5-3E03-4378-AF0A-4B19ED395823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FC2D7446-702C-4C19-8A32-B7C2488A900C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39391FE8-C6F8-4DA6-9E2F-9E9025317F71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7A6A389F-E464-4E20-A6D2-E082EA897866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D024940E-AE72-4034-ADC2-F195894F4F91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72519AEC-1E66-4124-A914-61FFB1993EB4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FD64A9B3-4FC7-4F66-BB6B-9B7AA21FBE5A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319C7015-C21F-455E-8789-599A38987440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91687F01-37A9-43D1-A2E4-E0C4016C6203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95DDCAFE-5D53-4AD9-AF2E-B0B1D386494F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F4633443-B0B3-4DFC-ACE9-A4B06D3CD576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2311CCA6-E12D-43E6-9EA0-FD919BCD3A5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29D414D0-350F-4E24-9847-0BA28EEA2F81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5E5A4191-D12A-4A22-ABFD-69652A89F142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3A9BBB6B-976A-47F1-AFAA-02AD588FE79D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29D92E12-7BC8-42AD-A1D0-05C630ED8152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31145D48-25F5-439E-BE6F-6F245B359837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0D4F0143-868F-4DD5-8228-D77C04F574DF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EAD16094-5D93-49AE-8F1E-407E34AAFE93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42FE6AC6-FDB4-44D3-945A-B3D7E6860D9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856AC67C-0C39-432F-BD72-E9F233E99213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6FFB5487-A9A2-4B1C-A1F7-6ADD20D1BC8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1794C4BC-8A18-4566-9B25-94540BC6140F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458DE345-CFBE-40FF-B1BC-2E233BA0D2A0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2326F651-256A-4B6E-AAE3-17758DEB0EC2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55D973C3-AE33-4573-B0FB-DEC6A91E7C60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B711E6F9-8B8B-4797-BCC6-5D8231581032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E1391BCD-B2EF-49BE-AF85-30DEC7E8751F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4BF066A7-8C89-42DA-A780-A892EE2FE42F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F3641942-034F-40D1-9E69-DD74F8DEC836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19C47972-89CA-43DF-A29E-6D96742EF74A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831CCD76-30E5-499B-B718-539DE6016FA5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6892A8BE-6113-4B09-A5BF-01F8898DA4F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C9E31505-93AF-477D-9BF0-8D603532F027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1BB63D60-746C-45B5-9F63-C88C8AE0A86A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AF1C0989-A89E-45A5-B024-06CDE5EC6FBA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13E21B0D-21D4-44AA-9A8D-6D8EABACC9EB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AE6A132D-CEFD-4E5A-A9DF-B88A3597EE6D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0A5D435B-7B95-4EB2-8978-C4D4955987CB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08308586-3EC3-4847-918D-DF910D81B830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65AA9C8D-F5FF-43C3-9E05-F7F05F4AD5A7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694F7E6E-676D-4DDE-ABFD-285B3D6E0D25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52805F6A-80E4-4CBC-BEFD-7900B561C642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A78B3522-8ED7-4EDA-8D8A-C1AD6FA5443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096943A6-7AF3-4C6C-8679-7B1FB0E06F94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51236C37-425A-4036-8ECC-435E0D0C76E6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E8B47C0A-382F-4418-B8B8-F3CD9E599EE5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5717896C-84EF-45FF-980D-594D710DFD22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5BECFAD-F512-4ACC-B961-9F9B731B9D5B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4EA2F26C-9808-49B0-B465-46AB7C018860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C74B3B7C-AC14-455E-AED1-621B19BE0117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C638730B-5DEC-4E31-B8C7-97FE1392DC16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66624387-B6C2-4D13-9F68-7DA0CF693498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DD032B71-2368-4159-B9A0-2B4616E72E33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E4BA0CDA-7C08-4E3A-9F32-1C7C91EA1FC4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0602E401-D257-4E69-BA84-3FDCF78DA039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E13037B5-F4FB-4BF0-9C16-154DC0DEA465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DF53BA49-9288-4526-8464-9B593BA24674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3D3B87C5-C50E-43EF-95D4-E005302D1C9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FCF07659-BF06-4087-A9D8-563DF966DEE9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FB5EC19F-B3AB-44BB-A7D3-472FAAFFD5D5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38058FFC-01E0-4631-AF4A-88F6F7283945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B30A1788-5C73-401F-84EA-07746F9E70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526C32CC-FEA5-4003-9286-EB58EC76F8D5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D8969132-7311-48A6-97FE-3937A2E82A6E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DF952C08-7E86-46E0-83FC-3E75E2E3FED8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C8852C59-A96A-4D0D-AA3F-A7C5E6F45E3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B0244FC5-BC82-4E7F-87AF-8D77B602003D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BB60C12F-1ECB-4FC6-A2C0-A98F63545955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F4642A8A-B2B0-41A1-91EF-A57110A8FE31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26EC3303-898E-4F5A-89BD-353F79DCA2B5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4004E461-9895-4172-B8B5-647556EE585C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10223517-1C3B-4AF8-84A0-B877E5C3D3EE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B4F235DF-E63F-4211-B57D-C2EAD95C0FA2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7FEE8C55-1AF4-4A27-BD33-FCE93B6107AD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EC9D2827-62D3-4D87-884F-EE1D7DB11B4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96CF8C8E-F092-41F2-B9D2-5BFF027CE99C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E69FF794-AC92-45CD-BD23-22308090A2E9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0EB99726-550D-4A11-A545-FE56C866DC47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4C061F28-A9CF-4E2C-B17D-F0FD7E65E519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CBBC67C4-4E4A-49A1-BD3F-47C39F8BC6CC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799F7713-11C7-4537-AD96-05080B380B8E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B1D46206-2BD2-405B-8682-A97ACA32AA49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A7A36E2A-E996-4751-885F-FEB09F7C986C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93BD18F3-08C0-4556-AE04-C73B08BD65EE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1F504D7E-9EAC-4566-855D-26A5DE15919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686AF702-F517-43D0-A0CD-C13A2BB19C72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ACD16F0B-9652-46D1-B9CD-B2A40162E933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0A9C1358-5660-4E6F-99E9-7621636F99CD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DBC50076-09E3-41E2-86F7-17DA5FA93A72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28612EB8-B47F-4DB6-BD46-10EBF2547C6A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F240B05-AD0E-4750-A4DE-D671C1E2EE1D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0C5588C9-DF4E-43B4-AE77-F853F58D254F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66EEBB8E-AD42-4729-8702-6AABE86E5E43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DE37AB58-3A2C-4F0A-B49B-DE5DAA445FC3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7B47953D-0337-451D-9B81-B252BBA79ABC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4C97429F-FDD8-493F-A2BD-C5ECC2573EDE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CD256184-423F-464B-934A-6EA065185068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541282B5-B94D-46AD-9D53-87D089809AAC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2B2F04E9-FFFE-4EE5-9F8D-76440BFF2A06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B41938B5-FADD-4549-BE11-991AD9CE4CEA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FFB68BDE-7E5D-407F-B5FB-3D8495885031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17560D47-F428-468F-854C-27A324713B0D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03945511-1F67-4D0B-8598-40B37C86D522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560BEFD4-070A-43AF-9564-A35E05EBC17E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A0543A9B-8520-4F53-A71E-9CA407F9028B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165FE8F2-B8DB-43E3-8893-F79D85C5BDEF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0FE065A5-3799-4C11-B425-9748987E98F6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E251555C-300A-4942-A825-9A237BE997AA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A59E84ED-5914-4573-988F-31C2D585179C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B67E9A62-E59F-4743-B50B-88786DEF1B59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32ECBD5F-98B1-4267-B903-6B528E79552D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BB98EFA6-A7BD-4DB4-8604-DFD01073C969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0AF37B09-1B90-4DA4-8DB0-0F127667C437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B09FE9D-4686-4814-AFC5-B31F48F9AB34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F2752A06-67B1-4BBD-9D65-4CF19F8B6620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011AD184-263E-4F34-BC4D-7605C7826712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87839295-57F3-4AE5-B560-3F6ACCB5ED0B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3C514D78-D347-49CA-9909-A0213CE0BCEA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9A7E867-7A37-4FF9-8FF8-1BF9448118DF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4DFE8D70-6B70-4C7A-A0B0-7AB78BB8F60F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46D534B2-A4AC-4F1A-9B15-6409047625C2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5BE318F9-C484-4276-88FE-D03A1C541182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1199204F-7D33-4CE4-881A-4E288A75D754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1CF7D874-0ADC-4E7C-A72D-1AEDCCD5D4B8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55FB07B2-A0B7-469C-ADB7-A1642CCA78E4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4FAF66BC-7413-4F51-80BD-D6936F5996BB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D42D5AD0-385B-49E0-AACD-9C29F1EA986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DAEF510D-3364-43FF-A5A7-FA61FA68BAF3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3D8A2A19-D240-4E6A-BCC3-2C9DBCD4BF18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0776A7A6-A525-4BD7-A3B6-DDA7C7F570BD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181B40D3-4939-4063-A693-95375B393B8B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FF8D6351-FA47-42A4-AE22-AD713FBACB2C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085B863F-E7B5-4397-879C-B47886184B93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175E98AF-F395-424C-A26F-703DCDAFF781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E55353AB-8333-40A7-9649-8DA7A41DD482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266BCCEC-E719-4006-8FF9-5912BF9DA5B6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2BDB9833-673F-4383-94CA-A7F4EAF23096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5D8D1617-19CB-43EE-B2E6-87B12DDFA74F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EA1A1EE6-BD7A-400B-AA43-7ACAD992897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3847585E-A56C-4F01-A040-8687FE55111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42A2AEEF-9C99-4B4E-9522-81C3F10BCE61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F6F6E280-3817-44E1-ADC7-DAE95EE4A001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1E1D5824-26FA-40E7-91C8-BAB3970A4C34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688DC355-583E-44D9-93E9-5E1D759AEF25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0AD8400B-6102-4384-813D-0FE5BEF585B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25AF4F79-AC6A-451B-A102-5027C37F1F57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CAC03C47-2716-42D4-8020-3A70B89EDCC4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F2FF1606-920F-457D-A155-D61886E95736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D4428612-F287-4206-B424-B54251704CA8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C40C119C-C696-4763-9E32-CA3EBA06D049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74EFFA56-3BD6-4BA9-BC81-78257DD6CF6D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BA2962BF-2A51-41D8-8AD6-46C1DA1D679D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78ECDA25-B501-449F-9C6B-5B2B0FD056D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036EBFBB-50FB-4B8D-8770-4D2A69E5E9D2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FFF17232-D963-4405-95D1-22E706D3C7E8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A59657A5-DE75-4F82-8873-4F562D8C451D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21DF0AB0-191E-4715-920E-942B49961AA4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DE5DE205-97D7-4A3D-8E8F-57EC13651CA2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BE3CB53F-E757-4BA8-B0B1-810C604EEE89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CE192D21-8EA2-49F9-957B-0AEBDC5B793E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EDB0B31C-F743-4E51-B70F-FBE3E0BDCBC2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31D8C103-54D9-4C64-81A1-DFA867508B9E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D5F44A9A-CFBA-4041-A340-C2D4D44139EB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1CA38F56-E418-4627-8904-8EEB45969091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CBE02366-585E-437E-9030-7B9745667648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D326370-7868-4BCE-8F50-3C3BA3EC8CB1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FBCC660A-2A27-4EDF-8B3D-0DAE73F563EA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5C5BB5AC-A5E0-411C-B0B4-3472A0C66E2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FD863AA5-82AD-435F-94D8-EE91079959B6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13BB3A22-A763-48A7-8A52-298A2465DBF9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42147F03-8D77-4E79-9AF8-283386AB0A2D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BF3C971F-22EF-4A31-B1EB-825B6A8EC7F5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EB846FC1-C617-41FC-9F42-D127A060CA60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8A1F38C8-AA6E-458D-95FD-407129C37F58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0E6CAB85-3830-4B9E-A49B-C52F355B587B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28FE2CB4-9C07-4D9A-81CA-9B6FEF40C2E0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631DC971-E7F5-4B89-879C-36EB0C4F9133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141A7832-997C-4D6F-8727-02274D6D6626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A4E53EA9-8AF6-4792-B0BC-5EBFD76330A5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AAF9B7F2-BE2C-4622-8B2E-EDC98AD9E7A0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0C66E44A-4D57-457D-9488-465786E331FE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63B75334-53D7-4E68-99FC-A9C09A97F5A6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E0290E83-35D2-4F48-B2AE-EFD6EB95CCF1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990702D2-205D-42F0-BB99-217B571B7F0F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B938DE00-5718-409E-B596-80B6EBD66AB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265B51F5-F2E4-4F99-B49C-20586BA9F222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E4A3CC7F-C9A8-4BAE-B260-BF24ADFCBDDF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A079F116-6717-4751-8661-20C9D8A4EB0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8158B950-2573-4204-8C63-69BE1AB8C93B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D12C7341-8274-44E5-8D99-53B2BA77D854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F6A00D2B-19AF-4568-9026-B9568C2F3B0B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7EC56BB-A567-450F-B996-9C79F76C2BF4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8561AE8F-E3A6-43E0-9932-E6B2A20D54F3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7F44BE85-2F24-4403-8643-121D8F4A1990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ED15D5E8-3809-48DF-81AB-77A8FA775BA6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726A4587-EA22-408E-980B-2A0BC5EB5E44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E835D1B1-FA45-4EB4-A6E6-AD99E07EDFD8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B87A099B-EEAA-46BD-9908-374BF6845574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5996E611-5FD1-49C3-A016-A5BFBA86ADEE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8CFAC96C-4386-430D-80B2-9CE3A58D47CF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58596774-141B-4F5E-9AC2-0B7491D41579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6E3F92C9-9373-4536-ABE7-3B3E8935EB87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ACE85814-A5A6-43BB-AEBB-BD7E7CAB5542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613A2E39-77E6-4EC9-BC00-2BD2F5B397F7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E9C85426-DC09-48B8-8977-B9C86329BAAB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15C00155-DDEC-4B44-9A55-E6ABA358AAFA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F294B48C-C0D6-4BE8-AAC9-6495308DDEB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EED35085-FB45-4245-98BB-AC88660D7DF1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BEAC45D5-51BE-4692-B6E1-454E48786C05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F42466DE-AF2D-4844-9D25-D86F907C25C8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4308BE15-F0B9-405E-85A2-44D573CE85FA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4D6462F9-1139-4750-B754-32D090F73357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1EC06162-6855-4CF7-AE02-66F013705FF9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A548EC3-F918-4989-BEE4-59220E31A98B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F8EFA3F0-2F3D-4B54-B31D-87E0C94E417A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1DA45887-67AD-4EC6-A250-F8C650B90C9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77B4C260-678E-4E93-B963-1B1ECD51102F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7F509935-EBEB-460C-9A05-288E05403D63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C81CA760-68AF-4A17-A56E-546D26455F3C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CF169253-4B35-4109-A8A9-0B922371D115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F7465894-1972-410D-AB1B-01A181F89D75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9C782107-950A-493A-966A-9A26DACAFD51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13EA92B0-6331-4871-B958-9E81728AB76B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8FB095A4-A366-4A9D-A2D4-CBDD7716A942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381DC2BB-1AFA-4DA3-9B13-428EDC83BA5C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DE72D713-CB25-407A-8B39-8EE50374B647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D69054E4-60AC-4BDF-A001-4380BA59F2D9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2EABAC1-7AC9-4A9C-9899-E06CF81DB9E3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0ACAA5CE-0B39-41C1-B127-165F55767E3B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1922CC41-4642-4F18-8380-1F0E0ED2223C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21030286-A87D-4F34-9F41-987B4E55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46F2D9E6-39E2-46B3-9095-C45A2A959650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C9C4D85B-F61F-467B-97C9-0CC48D37591A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A56EA529-E8C6-4597-A515-26E989C4B850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8C48AD1C-D579-4DF6-B132-8BF8BCA8F405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AD5CDF58-0CEB-4DEA-B2BF-E6DC2D60025B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D0BC3EE3-8275-4E72-A33B-8996315E6749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69028EED-316C-40F9-A217-527005294E3B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211C3D72-FB47-4046-8DDD-3E68C3DB74F2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39066615-750D-4E5D-9115-C5C7F557A998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8F28ACF2-6430-4423-BEAE-4F5AA44314F3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EB1BA5ED-E842-4973-9B4F-E96165085B57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D7E99472-054B-4682-B5EC-C51E15CD1E5F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4374FB74-F7D6-4885-8F56-3D276ACDE38B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21B64DFC-6BD0-44CD-A06A-FF93F61B6AA0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1AD1466B-AD8B-4753-800C-FB3288EAB2A9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51350AFD-12C1-4BA3-B09D-815449426AEE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CF99FC3-8E6B-4AD0-9B3A-865806FC92E2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FA1BFB82-C3C0-436C-B407-DB72F2188FFE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698B9BEF-A8EA-4557-9055-6333DA35727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F31D8B7A-406D-4803-B529-B9D271F02E9C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125CD92E-5F89-4705-93F3-489C899B94C6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894F70B-E317-42E2-A4D2-FAC76CC75EDD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22E0B964-D2E3-4CAB-AF32-82739885BB2E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14094D52-A5C6-4E01-88FB-EA80166A8B4E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BCB74DB8-7FF4-4F54-B0F5-3DD5E51E9945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37702B37-4331-4889-9F60-7306FDDA64C0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AB41F4BE-C444-440F-B4AC-B11786A17C07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68C8D2B1-57C0-4530-9706-F719DCC1D80A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BE374151-2D68-4E66-B141-70A130C14BA4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6977FB14-94B9-4019-9A06-129F17C1FDAC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88A602A0-ECE5-4415-9B54-A6E1341F3FC2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123A4A1-060F-450D-B79B-E1B92878C59C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4B222A76-8C1C-4FFE-BA61-EB7C9D9C50A7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CB52239E-8DAD-4D75-9908-41A8BBB8BCAF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FBBEC7B2-554A-4E8B-B6AC-B5D1FF919784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B190CEA2-03B2-4A49-966E-2191205DA740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1A069F13-E1E8-4858-BDE5-C868EE848583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62B7B3A4-E810-4B4F-BF7E-4793FAAF44B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00C0363A-CEF3-4D66-A2B4-2818D92B4475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3FCFAAEC-3B8E-47B3-A418-8607F45ECB5F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0E032F22-1EE8-41D1-B637-185AF5F402FC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50739566-9EDB-43B9-B3AA-307474C4880F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A271B698-1ED1-4F54-8B22-F99D20D2FA8F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2C1B93C0-4ED5-4A72-A355-FDCEDDEA784B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836D62DA-3649-4B5A-BD3C-834EE7E17CF7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8C2DB091-B012-4D5F-8B76-2ED30A56749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2C5C0872-0D41-4569-8E45-A2BFFD2A5B77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BEDE840A-4474-4553-8FB7-9D5A6F96D235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A018F5FA-6D03-417D-A7C5-2AFB0E89396E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711EE893-C0AD-40D3-ACE6-ACC11CEA5E72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F255CC9C-794E-45C4-8E07-9AF958609D8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7C540F7-2047-40BE-A1A2-82A5AA887324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35A97F40-7A3B-46BB-81F6-F0EF897B3F44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E3875E51-108B-431B-A064-E83407EE1426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C10DBFEB-DF92-4B99-8A83-BDDB3D531100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988C72DA-B203-4ECE-A49E-FFBD787A1CF3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B5E86D66-7C38-4F2B-A3E2-545E59627724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9D2C32EC-A0B7-40A7-A1D4-10E7B5AF839C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A843BA08-5A5F-4473-A4E6-C60B5C1A85F4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ABFF87F6-448B-4BF1-B1D1-C682A7D20A73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49768EDE-DACA-4746-8734-A405D4F87634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BEEAA69C-E96F-414F-B9D6-E6F0EA4A6B20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E82A291B-8D86-4293-9861-A891DE57E155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7C2FFB2A-349D-48E7-88D1-037890D1C128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11DC387C-F8D4-4649-BF22-50C9CF50B46A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AF1208FB-0F60-4907-B356-543A14795F0D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ABB19216-8F20-475C-8126-C940F9EECB99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F8466CC3-97EA-4775-AA88-7F618ACD2AA5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0671785B-06A9-42A8-B6AA-6808C62C23A9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9FAFECE1-D6FB-4C2D-BF80-C19A745BF90B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17AE920C-A026-419E-B9FA-000DB773C57C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A739CBDD-CB4C-4D25-AE32-64377CE38E2A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6693722-5206-43C8-86BE-74602CC78CCB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66D93885-64CB-43E2-9180-E0698E173A1D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AB1DA08F-BBC4-415A-9FE0-707B7D11DBE0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8B13931C-7CEC-43E2-9645-6DFEC0A9E1A0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668CD05C-204E-462D-8626-FA4CC19D2235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0FCE46BB-8424-4AB1-BFEE-5B114240D0A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651FB44B-01D8-4C98-B1D1-0374ACEC10DD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FFCBBBB7-BAAF-4692-8053-CEEEFD87642A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3988C5E5-2680-4D0B-BEAC-D752314B9B14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8C96CF17-BCE0-4D98-B5E3-C90304B9A644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E61AC212-E02C-4652-88A5-47184D1B5F55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5617E395-2E1B-4F4D-8C19-D7ED40AD66CD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8C66554-700D-48C6-ABEA-82061218A068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38BD30BF-50DC-4C9E-AA2D-B3FF5DBE7C95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D15DE70C-EA49-47E6-A48F-941DAB2C3319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40DA5CFF-2F17-4F12-91F3-CF54FF373634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983DC1F1-C8DF-463E-A19E-AF125D286E6A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70DCD8E5-6BDE-46EB-8776-C91B4026CB26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BEC85872-5D07-481C-BC1A-45CBA9574481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D7F90FA5-9BE6-4C36-A4EF-F172E7AF6338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A645A532-CA3D-448D-9486-B6814611D593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477FC316-3207-4B99-96A5-477812B9110F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5682B143-8858-48B5-B83A-F59D7DDA7506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7E46708A-FF89-4970-A2C2-81728D76EF19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7E5BFA65-27B2-450E-B066-6DABA4CA68CB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75630EAB-A307-4BC0-A80C-5A003365005E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2C17A916-C0C0-4121-B885-6C25F20AB798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D1488C61-6BF7-42C7-A9BF-3273F50AF1E7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E0C40961-79B9-4150-AC67-E17517569F6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6E6D5D1D-266C-470B-BBCA-C27AC0BF5208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24E0ACAD-1D7E-4465-9E9E-6D5E029EE29B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F72D97FD-12DC-4376-BE6F-69A0BFDD7C45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ABF1FF66-1E62-45EC-AFF0-3E44E67E427E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9A0927BA-6F13-412C-BD58-5ABFB52DAD4B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7C685D57-0886-4D1F-8237-FC65557D85B8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F58B78E3-4976-4819-98A6-68F580547B9E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9BE6E303-7C7D-48D9-B374-E3A28BEF57EB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F906B776-3BBB-42FD-A40C-EC5B8842C07B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3C08B29-0097-4F04-A5BA-264885856DC0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D65524D4-8A1D-4848-BDE9-BECA620BC10E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1CC83D18-A430-4731-8725-F8F84444E1B3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15C9D617-2E3B-45C7-A348-05E961DA693B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6FEED827-A70B-4E16-840F-B06A44486B6F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ED56C359-AE68-496C-A620-FE17282ABF2E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3C79AB2F-34A2-4995-BB88-8B33ED983CF2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6135068D-BA0C-4FCE-949A-CA3952BAF436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6DAE8136-9892-42D2-8CF8-1281CF7483E8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21015FA2-89B5-47D2-BE0B-6010A444374A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0531A9FA-B581-4E29-878C-66CF9C04C50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1AEFB94A-F095-43F4-B615-C6FB8AE70AA4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FE8B7929-2200-4B2E-AA82-4A66634773B9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BED41633-0CD0-4BBC-9324-2882479383D1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E3CD69EA-8082-4B39-8B77-9CA9018F75CD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F0B501D-B421-410B-ACAD-D293BC410583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BE590E7B-722A-469D-8F56-50C0D542718F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642823D8-EE50-4789-87B4-7455BE36179C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8DACD839-5CB7-4D3F-A6DD-E8F14FF8946D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467126D4-C541-4DD5-8800-4921BD883A0C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6A2F6353-E6DA-4683-B94E-8D8B0D48EF7C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9F556EB4-716F-4D3E-A8C8-5FA27B695A41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D34C5B95-DF6F-43E7-A47E-42AB08123A49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3D18C308-DFB8-473F-9D80-64CE42CF1937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51F0DA79-0C7B-44B0-A393-1F5D45B01AAF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24807D9E-C3C0-42DF-9801-DFE2FA1E5FA0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236AA287-D939-4415-9C18-E081F0A38BE7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5D4E643E-4A93-42A0-A4C2-7742F5F2EB7E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2B4648F8-A4A6-4093-A1BB-D2601BE675D9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3FB7DCBA-CAB0-49FB-BC19-E93EE7BB4C42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E319DC54-50FB-4FBA-B15A-B3629D7603E6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18879377-C2A6-4C42-A529-637494B2650C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539CE3B-7086-4B97-AAE2-52088F330378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DC4F65D2-82D0-4B3C-97EE-F660501349C2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62A94535-AD1B-49F4-A867-391B4084C2F4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36C58C4C-A509-4171-8969-34E6BD0B9805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AAA1B8B4-F1BE-4BBB-B0CC-FDAA29EF0FC6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3E5F2559-1BE1-411D-B4BB-AB719359752A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44938D02-9B13-4378-897C-34617FDCCC41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DCCE7EF3-51CB-4A4C-9BAD-8FF91564B53D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7FCEFEF0-70CC-4B51-8862-A9424BC09BDB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EFA0D0F9-E88B-4CEB-9770-E674BA10ADC6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0ECC4D6D-F219-4489-9070-653A7B746330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8BB589F5-259D-4CE4-96ED-F96899557F4E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31216A70-1919-4161-9A4F-782A9CAED1B1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15DC5AC4-33BF-412A-A80D-81757AAF54FF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C0A19299-F38D-448D-8D10-F6D5852F16EB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1A84A4D0-49D7-4716-B0E9-B08EC4323B98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3032B966-F6AE-443C-9960-890EE0E3175C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4EB6CDF3-9429-4830-8828-E2DF3A1B4DBF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B5A6E6C3-5A0A-4FC1-AB96-92A8BEAC6C3D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955BC07-D7C3-4857-967A-F4EDEA08EFA7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8335670F-ED74-4701-8368-8503E7FA2F24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ED9B0F75-AFEF-41BB-986C-C2D7030CC7F7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38055D6A-CA83-4B1C-A4C9-459643D11503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DECA37BB-8093-47EB-B340-3DAD74839DA3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413BE862-95FB-4507-B681-2E56C9346BB3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E85BCDAD-31B4-43F1-892B-564AAE700B2F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B9509075-BBAB-4CF3-BD54-61D81CFB0298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516BE05D-C63E-4CF2-B1DC-4AE269B0B4E3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CB65AA5E-8963-4125-820E-762B0F924F5B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21AB17F4-CDD8-44DE-B75E-874EAD3AF06E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C300A744-35B8-4ABA-8B0D-1F969DD905C9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77C0EFF3-D46E-4D47-BFAE-0331124C8811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C878713A-1418-4DB4-BA49-739C05578399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D4699284-E324-4197-8613-64E7A3C92D15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53C2CF94-61A5-48FA-8C1D-3FAD0A475AFE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7A5C1235-EC5B-413B-AB33-70164A080591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30A77E50-0C9A-42D4-B555-ECFFCDF8C322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DD569E4B-BF38-4CE8-9AD0-8E29E27DBD57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51924B04-0194-49EC-9775-F80D350B41B9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30BACC97-A2AB-4015-85A9-D8AC6DA632BF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1507BE3E-5585-42DF-ADED-67D5AB826B10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45C8B2F8-8A90-4D10-86F8-C22BDC4A752C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FE98804C-974B-4172-8BAF-BF2C5969E694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E31C45AE-8886-44D9-BE22-3D8FDDE03DA8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570267B4-19A2-4349-85B9-2A18E46C961B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0E178C96-B8BE-4D59-ABBA-27B54D1184A0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CA3EA9A9-28C9-40B0-8AED-C183E9755758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5494E591-AE16-49E0-92DD-6B61FD9A2715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9B520D63-951E-4141-83F6-5F856D267869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7B01BEE8-4311-455B-AFCC-953E9AF9EAA3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217A5544-9321-4CAB-9324-7C66178CBC38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49812621-B942-4E35-A943-441A4289FFBF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C328E87A-C1A2-48AC-8E4C-237ADA06D5EB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452FD72F-290B-4770-88FA-738F00E0941C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3E097019-540A-4710-B4FE-AF4C33B06C46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B5F0F406-91D6-42C6-90FE-92C0D3887199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F3148572-C837-4730-85EE-62F9A303B7F7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3ACC0A74-24B9-4052-A99E-5FB0EA8DF18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38EF95D5-F03D-419C-A507-7E1AED038AF1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8F9C8440-D669-40FB-8167-EFF9EF85067C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DD59904-6148-463A-B7EB-1826A3AE8C28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F4A27AF0-7DB0-4CDE-8C4C-6A66A1AF7E62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5D539FE3-7EA7-4664-A17A-5F6AAD797FD4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1FE68BB0-4B67-41AB-AD0C-C76F3C325077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4AE88BBC-E67C-4806-8DDC-58F1A483238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B4AC1D52-C09C-4932-96D5-DC6AA785F92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D0DE9921-1CEC-4106-B22D-B689C3B12310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F8695319-B8E2-4E2D-8D9C-9481E8C8C47B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0865C200-113A-4CD6-9AF0-F681AD9FF4D7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A332C089-718D-4497-9BF7-BD637FC8E7DE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00F54278-8656-439E-99C3-EF28730A4F0A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01F2F51B-79F3-4C83-B8BB-249D686032DD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DFB6DE8F-5FA7-47F8-93CF-6098DF993B1F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C7C0F207-67BB-4F07-99F7-26592AF07C3E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A9391C69-F812-4043-8849-32CFF6C298D9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F63BDE0A-93E9-45EC-8543-AB712DED6CC5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E91A1993-F10C-4A35-8197-AF052A5531AC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315095EF-F714-4228-867C-95D10C8FA437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8A323F02-7D16-47C2-A84D-34952146A3E8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CA1C6199-6BF0-428C-A18A-6B382F074E4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7EF884C0-3702-42BC-8628-69778B46DF85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2987C9F-EC87-437C-A953-71B5EF2B4802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D0015C-05BC-46CD-ADF6-28E22C551559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3556886D-07FC-4471-A414-4760DEBAB638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E5135566-4F09-48E2-BB15-DE4932CEB4EE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CB89BF06-FE53-4407-AA7E-912738CAC41E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A1A7E96E-A856-4EF1-B5D6-B1467A5A22E3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287092EB-685D-4C67-AC38-2E5176E5E414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364DD426-5AD1-42B2-945E-7BFA6677372F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FE6431FE-A03D-414D-B21C-483D7546BDBE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CA93CACC-1070-4E97-98AF-D8EAF4FE2B05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90D3084C-B25A-4C03-89BA-523F53DD14F1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2D1A4218-E5CC-474E-BD43-CAC5A2D34F49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07A7BFF2-95B9-4E8D-AC88-0066B46044A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2A35F94D-8621-4A31-93C6-CE239ECCFA2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8AD54E1B-C07A-4CA4-85C7-D93038E0A18B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63550FE8-96A0-4035-AD13-9137BDD7D27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983281B1-9E41-49A5-B5B6-6408E6DDA7B8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55B99313-9D1A-4CCA-BD79-8AAB5300BCB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3D43744F-1BDA-4F7D-B2A8-B998BAEA8218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8C8C7A8F-A27A-4BD1-A42E-8A69F361FFFE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3D0B0518-4A5B-43D4-9303-482A9791D089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49480859-1863-403B-88FE-48E4C77143F3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78BBA591-7D7A-4205-8315-820C6BAD9E18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C16DA7B9-298D-47E5-88FF-FB97CD717FA5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6684AE0D-5127-43B0-8689-05940F1C58AA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A9537492-53F1-457C-B67B-9CB201CB2116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6BD634CA-D6DF-4AD3-8E9C-C43AEA5CAAFF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78208AEA-59D3-41F8-8282-5194059B1206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F1CE43B6-BE66-4839-AF0B-05BBC203B277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21CBD046-187E-484F-B60D-378F097E27F2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9EDBB7FD-3410-45A8-8341-74484A1B1FE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E0F1131B-46A5-4995-BCB3-EB78AC09C5C4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BE1792E7-D2A7-4B3F-A49B-136D092B2BCB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9A6F2823-F828-4460-B57E-271171D0ECF0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B6EEF7BB-809D-4AF1-BB77-ADF7162B9C5F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464CA12E-F05F-4FEF-BAAF-96E21ABBF3EA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524796CB-601F-4356-B14D-CBE8388A35A6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06F7EFBF-7478-49BE-AE86-3EA92A7C6BA7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31F4917B-3104-4499-A430-6BD15A943944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3F31BACC-B88F-4844-BC33-6CE9C2112120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EA48CA4F-128D-42BB-AFF8-5077E26CC4FB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256143F6-2A2E-4CFC-9A55-8D93F15B477C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462147E7-E9D8-44D3-B612-3A038F1F038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182BB17B-A018-460B-828C-D38F0520E4F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383F27A7-F831-455D-90DD-D12FE0535953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773C2B5-D1E2-44A6-9788-5E84C4ED5568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CCB71A87-82AE-4A4E-BE83-C53A7531F11D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80C53F2-3E1C-4804-9D85-8B32467A8983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F4F0696-2808-4C7B-B526-A2F747B1DC06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D3003E45-5D40-484C-A820-CF7D4FA82B25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9BC8C00A-3F6C-4067-A96B-F872C691BCAE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DB96F9CE-19AC-4DB9-B32F-530CB9736E42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552E1AAA-5533-4EB9-9695-6D16297174E6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E1FCABA7-CB61-41F3-AABE-ACF3DED2A4C9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CB739A67-3ED0-46A8-A519-CBA815B33E31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2BBFE1FA-8223-4CE2-8FE3-7FA04CDE5E65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92ABA241-3651-4421-B513-73CA9F16A29F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5531EC62-A40D-431F-96C3-785C0CF2EAD0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DA539CBB-A846-4BB2-88E0-DA9CFEA4550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15ED2EEE-C149-48ED-A5D8-FCABA26E6DEE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7D3C5833-9C2B-4428-807E-D08D284F4DAF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3313E726-4EC8-4DF7-934F-CDAE64B63D2F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C4E13199-A106-4BDB-8C71-0D5BA468D3C0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226DF7DE-71C3-4302-B9FA-BEF2E4C48760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51F23CF5-1DFC-43DF-A07A-D9B083950989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C48614A4-E76E-4EDF-841E-ED6C307CE31B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C4CAE4F0-C674-4900-86B3-CCDF3E0AE926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658605A3-F656-4870-A27C-C3A9474DE98A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E11DCC59-97C9-4EA3-9AB2-F7FF4DC89C4B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1457EBAC-3D39-421D-9580-160E061456ED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CABAC5E8-BC2A-4A6B-B126-61D5DAC78C87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2E9699A4-7A6A-46A6-8546-F6EB035FD463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8A5A7CE5-F0D1-4DFF-BCED-0E5EA7BDAEC8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6C1C9D5D-6626-44E5-B344-30385FF42106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09C28A99-F23E-43D1-8650-2FC026C0AB0D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66425BF1-9189-439E-8C5E-B272704ADF15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DABD7DFB-A1C1-49C6-B35C-38A8A34CB6D0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D180CFB6-5E7E-4D41-B319-32DB32C6F032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3BDA795A-DE3A-4280-A71E-629000C2554E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24714E09-2AAB-46CC-B842-BDEFF221501A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888E9DD6-889F-45F9-B47C-284794F74F9F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3F297D39-4B11-4C36-87BA-B9266E54645A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1504CEC2-19E9-4B76-B5F8-D6015464FB51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18BA317A-44C7-4AF9-84F8-5E030AEFA3B3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5A2B1913-1235-4DCF-8D83-A187BFF875B5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A7E0BDEE-0DCC-49AB-8C60-476F011A9CAF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D9E9A567-BBAB-4605-91F4-CEF4CA2A8172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DD311868-DBCB-423A-98F0-FC774029C82C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7671CD39-D4EB-43A7-BFE3-2F6D3A4ECBC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67539776-F82E-4D08-A228-1C1B4DE857A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4FF6C053-C626-4EB3-B41B-21DB8D3F4BB5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F39E226F-4C06-41A9-876B-80A464CA3DE1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4177F5AD-D8BA-4BCB-BCA4-6C2F05B03A6F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3B6071E6-FE67-4444-B087-98F36B47E72C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7930A0D9-6000-4EF0-8E19-BE3C48683CA0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05ABDC65-3949-4EFC-9694-63DAB9CBB514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2DAA39BE-509B-4D4B-A56C-3D401ADB32B0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2E454BC3-396C-4A11-9F3B-BA69066554A6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06C51CF3-B31E-4F4F-975D-5D95C3616609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B69399D4-F823-42EB-B944-653861A29E33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F582F5FB-0193-4B08-829C-21F4D7EBFC91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7961FAAE-792C-4486-B239-8871DF0FFE5C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DF3E3591-0B5C-4D83-9991-26466D9523BD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DB615D97-983A-4A3F-B254-57D5B9A93E30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A11BC5FC-1650-4563-8C3F-73CF8BDFBF74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F0FDFF37-26E4-4CB1-AEF7-BCA186953E17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E1F6364A-0DC6-4E25-8405-974233CBB4A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1E4B1F45-30B6-488E-AB6A-4A3C7B04BA95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F6F52B54-DC9A-4147-BEE5-A312453B6953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363C76B7-3F4B-4872-9138-5416FE0BA399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F2629D42-9DAE-4751-BE1C-4B6F9B7FF669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2FEAB88C-545F-41C0-8424-CF6291F7A56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F1965755-1DE5-4163-9F59-BDD29C5D454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B0C45278-96C1-4AE3-A0F2-A84D0DFA73F5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F7223EE6-5D72-4DCC-A679-7BCB30D41690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142DAB1E-55F8-4122-9569-C6DCFDFA2E74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25BDFB4A-F88F-40C0-ACF3-9CFBA54E59D7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012E6E55-7C6F-47B3-8206-E7FBA6462C76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705BBF57-3464-4702-8C18-C69BF2441ACF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0D88729A-C7D1-4971-821F-0373B282B563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76AE8C4E-49D3-4774-960F-ADEC8CF41614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1966A1DE-7072-402C-ADCD-FA652C1B177B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053544E7-7700-42A3-B8A8-2FB0465E7616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BBB3D726-9108-49C8-96CE-CF39127ADD48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19B77E0E-FFDB-4765-812D-38F237C6990B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2692AE74-35EB-438F-80D1-73908F951531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F9B6D597-4D50-4665-B98D-29FFF381BA3A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8CD81C17-F4D5-4A85-8BB5-05EC3586AF26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3821E711-9A0F-4AF6-93FA-5930DF7B4632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10793211-85E0-4BFF-BC44-A933CC0D2572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391B8C70-F41B-4239-BD01-DAC53967E5FD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73037C52-5AB6-4297-8F2D-C0BC020F473F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9CCBD096-F4AB-4ABC-A91D-71211EE93A6C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B2196675-A588-44D4-823D-75959CC3E272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F25A6305-78F4-4321-B9B6-2ED8C803EC47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505C98CE-5797-40CD-A4E9-5F00A2FDB466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B650CF1F-D4ED-43E2-8D3E-E86F67B5260D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48F28370-EC5E-43A9-8456-00969E51215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AB4F5E1F-B76D-4AD4-A55D-1EF795CD8043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5D7EFCE1-A2F7-4649-9147-404A82223177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2CE82229-D4DE-4468-9CA5-79197D82CA1C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EAEEED02-204A-4564-BC37-B66F6CD7B73C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F6A484C9-0AD8-4D77-A299-A13B8AB9A602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A9B23E11-37F7-423F-AFFB-2BC0CA3B6DC2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24E2C4D0-51DF-43A2-A47B-106C123668EF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9C6500D6-DAEF-497F-ABA9-0BB535FFDD70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CC579BBD-9EC3-4B1B-B628-A29DC81F3DB0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254CE1F5-D83D-46A3-8F4B-F24D78A0306A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8EA67CD3-C1F7-4922-9FA1-D9C8172830F8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AD6C277B-6985-44C8-A0AF-3AA1855D298D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EBE6C41F-E7B6-43B4-A597-C727D87C58A2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50710A14-FD3D-4B55-BE37-AD325ACB6162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57025BC0-725D-4B71-B99A-7885843457BA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84EB7E7B-E197-4302-A42E-357DB0BA8943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21E926DB-B75D-4839-AB5A-CBDE78EA51C7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AC4B685B-49FF-479B-AC83-723F7CDED51F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B0B50364-6458-453C-AB6F-156E84C915B7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4D294044-DA4E-4BB9-A94B-A2B8F24BF6C8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ADDAE21C-47C3-4DAF-9DDF-A896F96DFCAC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47FB3B1A-E0C5-4854-A55A-A6CC7C247225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AF2F6873-96BA-441E-8F43-C1AF48A4F701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4A6F7900-79FC-4BB9-9314-2B2B78556390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BC790967-4224-4DBD-ADFB-ADE23A8C2CB9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696A9321-5F4B-43DA-8205-E64A6980B5C9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071DDA18-FB9B-459D-8358-32765D7094C4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EF01FB59-FD61-4746-9675-0E642B8ECCBE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876D6F55-B936-4388-837C-59DC51EEC9C7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D9BC9F7B-F895-4488-8EC9-37F4BD860F0D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97C747B8-B420-4072-8833-6E0B302F9A8A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6742214D-5CF2-4794-AF4B-D909D5F8720B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A4C9085C-41B4-41F5-80DB-FCDB86FD8C1E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E1451135-00C7-428E-8A3B-D5EDD71C341A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C5B0EAE-61BB-4217-99F8-B0F652D800B2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217E400A-A5D7-4FD0-8B4F-9695D9E30C40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DC8DA3E5-B4A2-4249-8EFE-D5610DC292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37C2E063-621C-450C-BBD0-97C031442CC7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DBDE641F-FBC8-4C2B-9CBD-B7E4BF89296E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A4AA8DA2-CD22-4BBA-979E-828A3B7E7DF6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0A698C9F-7E58-4F73-9348-9D0024AB9198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70DF900E-8BD1-4303-9ECA-DD5598C6DE6E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4781FE7F-EA05-4D12-BDE8-18FA0B797EB5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12B4E02-5AB0-492D-887A-6B02ED189E7C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221AAB52-1B7F-4753-946F-5EC30412B1B5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2BB2C15D-8815-4263-9799-0FF697B8400F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8AD55900-F25B-480E-856E-A0BFD5AE0C76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43E0DD5F-A079-4A36-8D8E-D68BA9474257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9C8D49BA-73DC-4CC6-913D-8B3BEBDE1B05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01B6FF09-18AD-43F9-B054-F1C9087C7279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03EC52FC-D46A-4C59-9BF7-57D5DA082E2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75A96639-2E19-4E64-B00E-685EC8EF2126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424E1361-D6B2-47FB-B223-D351D9902E4A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F11CB303-E540-4D33-82DA-01D4D7463B20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7E9664A2-A209-41A6-A81D-15AD67594A9F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1F6F4FCC-1E58-43FA-B29F-539F58441D45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8DC0C497-9421-4B4C-88E1-04456FFB94D8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CE446EF4-6C5C-4841-92AA-69AB58B0E59D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5470474E-F20E-4050-9EDC-CB2916A5964C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96605572-8418-4BA3-9913-8CB8DF25FA08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E34F2F2-9BDB-42AF-AD36-1A1DB031AF2D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88B54671-5072-4BCF-A04A-79E90A4CC36E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2900A8E4-6AD2-4B2B-A23D-837EC54653A9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0EC2E151-58B6-48CD-837B-A1CC79959B81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92F9D7F2-CCB6-41D1-B768-1C530CEF8F18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C5838CFE-342F-4E7E-A041-31948989C3E4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1C2201A5-120A-45D7-95F7-05528E96F91A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6EDA23B0-2A67-4AB0-BADB-79FAFD73BC5F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E3056B89-F4E6-4E91-B24B-002545DE63B3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4472516E-5288-4E8E-8C5B-477A0DDD6251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BBE1E80B-570C-413F-A819-23278BF7E069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CAEA1995-DF4B-42A1-97C2-170F63283559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F6EF3806-9954-461D-9144-DF8FA9EEB2A8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293DA874-AEC5-4E4D-B3DC-9519B111875E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F5C6F1BC-CD60-45FD-B075-8F736CA1032E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B1ECC846-AD40-49C6-9CC1-6E2515FCE659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C1EC83E8-5A7C-41A4-AB0D-070E3D27F53A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0F9C7F6C-A54A-4748-98E1-0E4A00E4A0B7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8066C0C6-AEAD-4565-9D45-65F2AD8EE9EB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647EF72F-AAC5-4C18-B7AF-6F7B7A9C2A5C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562737C7-6E32-43BA-8D45-70383DE9CD17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0B530B66-3146-42E8-9C48-2389B3911AF1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24E389C-27EA-456A-8959-DFA034BE4F95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2A09EAE-C0AC-494D-A0D2-25EDE417F3F2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7C4F0AC5-DAA4-456F-B7E1-89A587B2C593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C76C59C8-95AC-4F39-B944-D508640D1636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142AE6FC-8652-451D-8F06-050CF4F00712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72464357-870C-444B-B071-BFD9E5F1B83E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5D2C97E0-D06C-4791-A9B1-473804AB85DF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3DBBF3B8-0552-48AB-BD34-6355DDA8BA96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E93A5AA4-9EF2-4170-803E-E0B42DED4B8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1214ED03-EC5D-4DFA-8C1A-9B12A12E6632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2971AF31-9029-4746-8DE1-35ABA57443E4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45892298-00BD-4E0D-A058-B3B0B671AF23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303BAE19-5D70-437F-9FAE-CE8B702A764A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942C8586-CCC1-49B2-A3C1-B447BADDF8CB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C49DF79D-36D5-42C4-A7BD-E5AC940DB34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3BF10755-833A-467D-B5D5-EC7F609A0EE6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8A3E6E58-2246-42DD-AB5A-314654002D43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50F70355-8D8A-4791-B971-B5B973715ABF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6A49C647-EB79-4624-A61C-FE042EDFD926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3BDF89EB-D2F3-4858-AB88-A8C2366D2808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7E7A0E09-5EF1-4BA7-B0BC-87FDD33D1D54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1408A0DC-A2ED-4E67-A666-E4BC9F5CCF5B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39479B3A-4FAC-4928-8286-241C601E365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61745EB8-7DAB-4192-A675-5C6C4B462383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9C4EFF4C-BF32-4ED8-83E0-BC90D0E9E703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E88E80F6-200A-4D2C-99E4-C38B5FCD064B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20587401-B4FB-4F88-BC84-1447F49254A0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E9B23C11-D7E6-41A1-BC5C-134F84C59D27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8497F8ED-1229-429D-AA25-3C318B576D67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224BF1C0-EF8A-4D3F-82D7-531E4728E0DB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F6E53729-2E02-4759-8589-013D9DA5D9E9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6E1E5377-B164-45B9-872D-0CFC36249881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5FBD6802-AE61-45E5-8D2F-B994DE6BF0CF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D0957838-E164-4B62-BCB7-C822D4196517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C05F436C-E864-4DED-9174-001D7CA0A069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D88902A4-C155-400C-B3A9-EC81F5821AE2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F06413C8-0C85-4A41-8A89-F51E8D46AE02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BA336ADE-F7EA-4F1F-B4D9-4B8D4E6AFE6A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EC271B98-39D5-431E-A918-001E35AA06CA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B60E778B-9673-47B0-AE51-7C93FC02DF6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C9C98E2D-6123-4726-B975-C7E23C41F57B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2B02B5F9-69AA-45ED-88E9-533EA25E88DC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AC2575D2-4A9E-4CDB-A35F-E32B0F8187F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A17A0191-E1ED-4482-B0CD-D2F83005C89F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00394933-7D21-4975-A29C-52324537AD62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8B6AFB2A-03C6-444E-AC66-0ABFD58ED716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F42C4063-ED6E-4C81-8504-345A0273266E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2E6C90A8-5986-49F7-95D8-3199E9B6A451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F5CFB3A-5A32-45C0-BE7F-1823E4A6273C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5FAA98FE-4DD8-4A4C-A875-FF452A857D78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A259D7BE-B7C8-4819-9627-BC86CD7F6A81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C6B34ACE-D40A-4509-9E3D-204E54A040BF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06F6AE89-DC54-419D-AA6D-CDFE4B46DC5E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940BBE1D-8C33-4AFB-AA87-750785D93705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F17DB67D-70A1-490F-A06F-8EF5FF755FB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91181AA0-918D-4CFA-8901-606B7872162E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9921C786-057A-40B0-9A61-BC38AE327202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69E777ED-5FC4-43CD-8CA3-95A256D4A949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9FC0FFB0-CE19-4D87-8DEF-97DBD7C2921E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91FD2D5A-DC17-4C35-912C-094689D8364E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D7F083D2-400A-4C29-8146-8B39074B373B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E5BC7C70-6690-4116-BFB3-8FDB94EBF466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104789BE-32FE-49A0-96C7-2BDE75656E04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592D3402-B832-430D-A6F6-57CC064D1052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F5A3B4D2-6AD8-4CBF-8A31-DE65F7A9D38C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4E866D80-90FE-421C-B6AD-21E760CA5F97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7AF11CBB-381A-40D7-ACE1-1E2E54C0F5BF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177C3561-FFC6-4F4D-AC2F-543521E4571F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3587001F-EB4B-448D-AB8E-40835B439F7A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4B8E5A9D-D7E8-4FF0-B8F0-47994F43376C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929F66D5-906F-46DB-AF2A-E8493C0ABFB7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7EB10C66-FC1E-4929-9234-8C3620BEB5AE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47572B3D-FF1C-404C-B920-D3179B9D0B20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6AD5CA14-72B9-4F9F-A284-CD33C28CC190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99F28387-DE67-446D-B46E-E3F8D7C75A88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B27A13E5-AB29-49A1-9157-576BEB107233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F226ED72-1F1D-4768-8235-F9E126300977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5611527D-35A7-4BC9-964E-19FA0E2C7A11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ABBB81D1-802D-4C7D-8085-C668F1AA31B6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395CF760-3A37-41E5-8BD9-400826650C8E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F9EC49DF-E943-43A7-8625-DBF237660735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9CFAF361-2B77-41A9-8B03-649E88815DE8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8A71AEFC-6D01-4E58-9670-52BC95C8158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B2620D56-2C27-4D8C-BBA2-CE45BB5D2112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36E0BA5C-1496-4287-858C-384B954E10DE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6BA4A125-E0B2-4211-8966-C8F7F73E2AC6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0CC140FB-B32B-41AF-A124-E6BA4FB09D3D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51D08F14-F26B-46ED-9856-E29A05A9C7E8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678E5696-1A17-47DA-95CC-989267749D68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A4786E91-B96D-42B1-B567-9F7C4FEF5E9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3337A3B6-20BC-4A23-8606-CAFCEF68C7F7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285D403C-1EA3-4513-A410-FEBE8F9F61FD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4C4DBC7F-E2C1-4AB5-92EB-257692D94BF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F2CC7964-A43D-4710-988C-C85EC29C887D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A2F9E006-08F1-4F56-A2B2-268437651C92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07E8F0F-5229-4148-9944-AAC653A87014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6959EB04-CA49-47D2-B96F-2044B3609CE4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EC58F0E8-3B53-4CCE-8649-31D4F3A0DD48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675A6854-4EE2-404A-B4D4-092C5424CF68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C81CB6F4-3C93-4179-9555-B8331A8BEE45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91C2A43A-7173-49CE-A7BB-592F458B6466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19DCF096-71C2-4CC7-ADB9-6D947DB7FEC1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BAA1FF83-76F8-4B93-8359-E63FEFD9D524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F6AFC071-D409-4B51-B131-1BE72B0002AA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A7FFA0B9-D9E4-4D3C-8F97-5856C5177FDB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E4783BE6-1DC0-48C8-BF49-8D8EA9EE4796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A66578B3-D041-47CC-BA02-63102485BA36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61473E35-1231-4616-BCEC-B3F05371B368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7A047469-DB06-4F8E-BB89-CF0F3D5EE060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68A6BE25-113D-4186-8491-4DD36FC77638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1ED5EFD0-E250-4815-9663-D7FE10311BB2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B7A36EE6-07CC-4137-B144-4C00E799420B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3C4F8B59-6F34-407C-8195-CA4272E5FB76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424BC866-5FD5-4934-BF92-0CACBCC69B93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E1B1324E-C68A-4F68-939E-8377A2BB9CE0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16DA8628-02DA-4695-93AC-E569B0F6A2BA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836FA6DE-B414-4E1F-8193-B7455D04B4C6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DF7C598B-8880-426F-A7CF-FEAA7AEC5E76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98CEBCF4-7AF5-4B86-8DCE-F6A493A7DF89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BDC462BC-8E6C-4AE4-AF17-C4FBB9C51C97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D8C3FA68-418D-4D10-9F40-EB4E92020493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D648723-DDA1-4251-B2D0-F90D090158E1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F8777611-88F4-4293-933C-9874A1581B7F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B931F3ED-A270-4754-B8AC-8237A73C174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2E98C8FA-D68B-483A-B14B-34F66DC6581F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2F125338-5B54-4642-A05F-9C7E58ACC661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DDF72279-FB66-431A-A52B-71E085E059EC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294BBBD8-9DA4-480F-93BE-D420407F17BA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EB29B158-2646-4824-810E-3EACEA397510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7E5D9E5-A6F6-4596-A3EC-6D49A1B11E3A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58C5C1A1-22C8-4482-87A8-463468161558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996E0CB5-60AC-4672-8CF9-004B803F9D0E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063C61AE-2784-451B-B722-A6571FF63B18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AD55CAA1-B904-4EFF-A307-E1716E55252B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6FBD80F5-D761-453F-BBE5-4713BFF569DF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E733657F-EDEB-4F70-BDB7-17E004E9369B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CE75E8C6-DE47-4664-B714-8398859070C0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9FDDF0C1-B00D-4D61-ADF2-265D74948D78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367363AD-DC78-4057-9CC6-1CCD1AE882B7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6CF380D8-DC46-41B5-AAE0-74698B622F5E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5FE02457-A96D-4605-8DE3-35C383DD1E34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24DA8CAF-56E3-4381-88EA-B40E5389BED6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9DDA4A20-2177-43DA-AAA1-07F7FC823FF4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823DF6B2-0199-4528-BB71-EA631CC41B53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A805436-1B3C-475E-AFDC-797DE8D86B2F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028F348D-F07C-45DF-AF8A-DD0FA5E5F5AC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F6AC0762-176E-42D3-80F1-0313F4FEB86C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2D0A778B-612B-4AD2-B6A4-85F3554A52B2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6CE910DF-F9E0-4879-AD4E-00108F24FA8A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3CA2AC8-9F7A-40F7-A57C-A0720B363874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5764B1D4-B994-49C8-8D84-715F353D88AC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74A4A5B1-F617-4FD3-BBBF-84A18E94B4C9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B9772DDA-2899-4EAA-8389-262C856C0A2C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90B4D8E4-2EF8-4A95-8B3F-B9798B9B0712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D6317A8F-1FF2-437C-9E5A-9C7D4E73D547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0541C419-D655-48DB-848B-D0693497A5A2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3F6B747F-B54F-4925-91B6-F1A495E26DCE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FF8A1164-7E8A-4302-9167-68FD7A7A2EBE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6B5F159D-E4D3-4B00-8B98-BFC761A55302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7F4E7F9C-81CE-4BF2-B832-C237064E57EB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B0B57C39-A855-4C73-BB61-F309E402ED24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BFC0E057-4747-448F-8759-2D3FEA4BBFF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B577C2AE-77BF-415D-8887-68785485D7A8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9A161570-2E4F-4382-89CE-743355350F12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0C4C0053-35E6-46AC-9743-ABC0825FEDBD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EF7622F9-DF86-4933-8EEB-DEC92417DF47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F72CD723-518D-47E5-8FB1-62CEF63DBCB9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F8F235C2-3ACD-4A52-A645-1AD9041DD267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E9F06275-B9A0-45F6-86C7-948245AAE2E3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08531453-AB5C-4DAA-805E-2EF01E27AA52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25E3DC05-5EF0-447E-A167-176A0532D3BB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E682BB5C-9292-47C2-B1F5-7DF8853C87A0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2F016BE6-0BF1-48BF-BF63-67C88378F57D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772B51D8-AECD-4734-9A0E-FA353CACBA21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F2BC551C-1625-442A-91B6-24EF0959537F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3516A025-5243-42A5-8780-F6A95FE7D251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3EDB3171-98F2-47D4-AF76-E4AD3967F28F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265C03C8-9E1D-49A5-972B-5C368DB72E6B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7240D085-F8A9-4C22-B2A5-CC25C44AA7FE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AA0A11CB-C00B-4BC4-9469-6F5AAA4BC83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2A570696-ABB4-42D2-853C-36C1C8A838F8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8B7CBFF9-9C62-40AE-8AEE-8F6105180D91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7ABE0501-3A65-4AFB-AB6A-BFBAC83B37BC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317D8956-EC4B-46EC-8BB1-23F9F85E9B05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354A0D7E-4845-4131-8347-9F1FCC6ECA46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C6134DE7-23D7-443E-9945-FAA0E8D55DA1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6677841-5346-4A14-9514-2BA7846C844E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3516659B-9A9C-4D89-8858-93ABC65E0BAC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0AB98F62-EEFF-40B2-838B-5C5B0153C668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8EAFEB8B-963D-46BB-B713-38DB005BBA56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709C180-E643-4D9F-98B2-45FF4B1130FA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3E8EC2A2-FCC5-4837-AF2C-7F987A1CC52C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87E82233-F2B7-4E5E-8326-AEEC89F2887D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4F562546-EAB6-4F28-9EFC-9A9A24567972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79689288-B25C-47C5-9F46-67F72490EF95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6E78F2B9-F7DB-4A07-B7EE-51CE90AA5983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F9321EC4-9F2E-468C-93E1-D3195C4DEA8D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593995D1-4634-45AF-855F-590167048F64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2E7AF06B-6D36-41C8-81D3-54D4E6169366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F69B2FEC-5E49-4925-A402-2BEB424604E8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0DE1D9DF-6590-4CC8-AC81-57B17343AD11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1A5157B9-D697-4ACC-ABF6-452519FC4848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2BE2B0BF-D95D-4CE5-A8EB-9AF03EC311EC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5B58D111-4D2C-496B-8B5F-45F46219B9E3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71146EA8-B9A8-441F-B849-A6658DA62B04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DA37B232-F693-4E39-86FC-CB4E144BFF98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D821B1CE-AD2F-452F-A23A-22DF84D63307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90CD41EE-3F81-4A5B-BFAE-3CC64A43D8C4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325C43FD-CD39-49AE-8F1E-25F1F34C6FEB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45B6993A-AA5A-48AF-84F6-71A96E94FAED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EE69C5B6-C25F-461E-857B-3A96F88B19E4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E35096C7-1FC5-45FC-A7DC-696DFF4ED172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597E2BA1-A4B6-4B9D-884A-747A65D06F81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60A53797-6E59-4780-A633-80BD1033DD7A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95747D81-9728-4DF8-914F-5648C0E9DBB9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F081F2C5-53B9-4484-A037-2B7746B4DDA6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5B6E61F4-6223-4976-AA6F-2422AC9291AD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C3DBE5A4-C0BD-48C2-A839-D70A4DC8F756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B6B86980-10CD-4CCE-AF21-14E94298A3EE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3CEE173F-8228-4AA0-8B18-64D608332C3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6A9A9F2F-5B8E-41B8-950F-DF717B5E1C80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FA950195-78FC-418D-B612-9B6A09E21082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7D4E7791-3649-48B9-944B-32C597ED1388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7976000-A0DA-4B5D-8984-AB9371121F9B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0B7152A8-2A1F-4876-BC7A-CA8B13D68A27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411B1CC5-E3A5-4F08-806E-2ECEB3FFEBD4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390A7642-36C4-4DC7-9CB2-A4C3AF9CDECA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50238378-36E4-4635-8656-E46C413193BA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CA61B37D-46B2-4C34-93EB-BAA99F630CB3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667413BA-F661-4A39-9C6D-FA7582F3D716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CE425386-5347-41B4-98FC-45997AE0032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A1723D6C-C48C-4224-BC57-6DBDCB670763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44ADE9DA-D436-40FC-A174-5874AC41FF63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4ADC0EEC-D263-4AF3-9E7A-B36A6019E33F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090F7144-1A2B-45B2-B023-0129088E0492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A5AC813F-DD67-46A5-A157-71FCD57CB10F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3BD46C91-E932-4344-A56E-FC1886F8B92A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79639629-795F-4193-BF77-F3F3C8205D38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37838AE4-43C1-44D8-BE24-489453594A13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2659C3BE-ACEE-40DD-9C0C-B1F6065FE5DE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C9C92081-D678-4EB4-AEB0-EEC378B394EC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BEC743D3-2B63-4A69-87DB-CAA38977E2F1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D569373A-381B-403D-BFB6-A859B9A837F6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4CA188BC-4C27-4E5A-B465-96F287F5966C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C00559F3-51F5-4CE7-BD28-EE8802E6A977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21B31213-39C4-4703-86E2-0D6388A809AB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15634136-931D-4E2D-8744-A48ECDB6B11C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5196121A-F2E9-4288-A314-D431ABFA7AA0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3B096735-A141-4F75-9251-DF08F0392F3C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0A804C0-D25C-4FF0-AC4F-3101640B25FD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1E770B76-618D-4D42-8256-B93E845C806B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1EC0DCBA-6C2B-4FDC-A89F-BE1CFB0BE3E9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2F60E37F-10DD-4C45-AE9A-D7247B433B4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B538B21C-9068-466D-A418-DE44195A2BF8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7C9748E-DDF5-46D7-9254-D93C5CE1A4E1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BD40E296-ED7F-4F0F-A09D-4698620B836F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7CB2E2C-A44F-429B-ADB6-77C06204B9BE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EC6ECA7C-C401-4321-B18F-8A1E3B2F8122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2DBD7765-6E05-41A7-9630-7229B537B42D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DDCFB68C-4349-40A9-94B4-B01E4F877266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14FA4E84-8BDB-4534-8399-775AC1010101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50EB8205-F802-4111-8D25-BFEC3E24FBE1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DD316419-11DF-417A-892B-A15C8BBC1CCA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11F356EB-51F0-4754-9B53-59E13674DF15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57AC3B3D-F9A2-4817-8F8A-75EE365A6F09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259C98D3-6629-41EA-8765-69F7D2821B44}"/>
              </a:ext>
            </a:extLst>
          </p:cNvPr>
          <p:cNvSpPr>
            <a:spLocks noGrp="1"/>
          </p:cNvSpPr>
          <p:nvPr/>
        </p:nvSpPr>
        <p:spPr>
          <a:xfrm>
            <a:off x="7545038" y="1743445"/>
            <a:ext cx="214640" cy="876882"/>
          </a:xfrm>
          <a:custGeom>
            <a:avLst/>
            <a:gdLst/>
            <a:ahLst/>
            <a:cxnLst/>
            <a:rect l="0" t="0" r="0" b="0"/>
            <a:pathLst>
              <a:path w="214640" h="876882">
                <a:moveTo>
                  <a:pt x="0" y="876882"/>
                </a:moveTo>
                <a:lnTo>
                  <a:pt x="214640" y="876882"/>
                </a:lnTo>
                <a:lnTo>
                  <a:pt x="214640" y="0"/>
                </a:lnTo>
                <a:lnTo>
                  <a:pt x="0" y="0"/>
                </a:lnTo>
                <a:lnTo>
                  <a:pt x="0" y="87688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943F8CEC-A9AE-429F-8C54-68A448237578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62474DA5-1397-4730-B4B6-96ED4753EECA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D22C21A2-23B5-4BF9-9AB1-8C9CF55215D2}"/>
              </a:ext>
            </a:extLst>
          </p:cNvPr>
          <p:cNvSpPr>
            <a:spLocks noGrp="1"/>
          </p:cNvSpPr>
          <p:nvPr/>
        </p:nvSpPr>
        <p:spPr>
          <a:xfrm>
            <a:off x="7788948" y="1896485"/>
            <a:ext cx="214640" cy="723842"/>
          </a:xfrm>
          <a:custGeom>
            <a:avLst/>
            <a:gdLst/>
            <a:ahLst/>
            <a:cxnLst/>
            <a:rect l="0" t="0" r="0" b="0"/>
            <a:pathLst>
              <a:path w="214640" h="723842">
                <a:moveTo>
                  <a:pt x="0" y="723842"/>
                </a:moveTo>
                <a:lnTo>
                  <a:pt x="214640" y="723842"/>
                </a:lnTo>
                <a:lnTo>
                  <a:pt x="214640" y="0"/>
                </a:lnTo>
                <a:lnTo>
                  <a:pt x="0" y="0"/>
                </a:lnTo>
                <a:lnTo>
                  <a:pt x="0" y="72384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939E2BC8-4332-48EB-B18C-235DC344530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9CE7BE13-2D61-4C39-AEE6-41CBDB056EAD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E2AC4CD1-9FEE-44F9-90DB-46B5DA9F6B85}"/>
              </a:ext>
            </a:extLst>
          </p:cNvPr>
          <p:cNvSpPr>
            <a:spLocks noGrp="1"/>
          </p:cNvSpPr>
          <p:nvPr/>
        </p:nvSpPr>
        <p:spPr>
          <a:xfrm>
            <a:off x="8032857" y="2195245"/>
            <a:ext cx="214640" cy="425082"/>
          </a:xfrm>
          <a:custGeom>
            <a:avLst/>
            <a:gdLst/>
            <a:ahLst/>
            <a:cxnLst/>
            <a:rect l="0" t="0" r="0" b="0"/>
            <a:pathLst>
              <a:path w="214640" h="425082">
                <a:moveTo>
                  <a:pt x="0" y="425082"/>
                </a:moveTo>
                <a:lnTo>
                  <a:pt x="214640" y="425082"/>
                </a:lnTo>
                <a:lnTo>
                  <a:pt x="214640" y="0"/>
                </a:lnTo>
                <a:lnTo>
                  <a:pt x="0" y="0"/>
                </a:lnTo>
                <a:lnTo>
                  <a:pt x="0" y="425082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E9B8FF02-F70B-44A3-978C-6E9A8D163A67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1297D0A3-AE3D-401C-8ED1-CC776532A7D9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9571B089-7898-428E-9B67-63D568AB870E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40881835-6F59-45FE-BF1D-0170CB587953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DC311748-8886-4C64-A3EB-3BBDEF1CF1FE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BA182390-8111-4DA5-A9D0-F44698315275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589782BE-B997-4472-9A3E-A741B57EDCAB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4FA994EB-E9FA-4797-B621-BCD10D97B24E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537018-F3EE-4633-8336-2B3E6D727687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63837F28-7571-4025-9215-DB1EC5E3E0E1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E85E1AE5-C346-4327-B5CD-244BA990A7C9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A8C1A5E-D7C7-437A-9708-E1B925347049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AAD5D26A-6179-4008-9AB3-F7ECB653363D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F082AA7F-A556-446C-AB06-4125B26AE035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4658114D-8654-42DC-BB4D-2A1DFC9A97CD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AC944491-C0AD-4374-B103-5E9108C3F377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49EB142-E418-4611-AD96-C81D05CBCDEB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A5B2511E-4427-4FB1-AA2A-FDA3CCAC9A7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574495DD-B109-4479-9DD6-EA3A2B3211B4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34F0EDAA-7E54-408A-BD5F-B649A97DF76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49D27E8-807F-4F7A-8D7C-B62473D43B91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C5FDB2AA-AB6E-4ACC-8D79-F7D1B7EDD2BA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7BBC3EA2-80E9-4C28-9B87-C3E5D185B11D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BB1F860C-9F18-4E66-9810-0E4E56F6C5A7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E17C1A13-7006-44AF-973F-12C5C4E77F11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30E4159F-D2E6-4D90-B08F-FF87B39DA5C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0368A61-7996-49C6-9635-A8D6ACA56DEE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A9EE09B1-5F07-4323-A427-E590D8A5ACD5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902C8C31-FE37-4460-B407-77629F7E02D0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E6E8500E-356D-4958-92DC-8544BCB6A609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FE67E435-D5F7-4FBF-97F2-140657875178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D33780ED-C370-461A-908B-39840B6D977E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D2AF7811-4FBE-4B0F-9DA8-96F33C7FF9AE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FC1BE3B-E7EE-47D1-BCC8-A347DCDAA6F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2CC1E2FC-AFF4-4193-9845-157CE9FEAAF7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BA21C146-2E8C-4A92-B435-C9FC79D63F56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3EFED8F9-5C13-43F8-9AE5-0091516CD20A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6C7B85EC-1F00-4440-B87C-1148C9C8CB8F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224A9F00-EC23-4CDB-B6C0-DB40F54A75B2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E2BDFC3C-F1D0-4AAF-8C02-C51ED64FDC04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0E4FFEFC-34B1-4604-9EC0-7B425AAD147F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1D1A6AA5-F5DE-4B1C-9764-A903EAF72FCA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58C0AFA1-3495-4103-8E93-B7FFBBC5D0A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5D79C0D6-E4B6-40E2-B636-DB31859482DA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D0F6CB3F-D495-454C-B8BF-F8E9D5B60488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A2EE258E-61F2-4F14-9F6C-B768454A6AD3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64F1B526-6BFB-4D87-B175-5367CDC2887E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428C9453-BD69-433D-B79F-CE6679133DE9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55963F44-ACAD-40F9-BB58-EE2485B50DDD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9B9FAB9F-9B2D-4215-9F41-5ED771D063A0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994EC99E-CB63-4B35-AC9B-1234CCA8CD4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37515C25-AAA5-4485-9A93-565AC395F461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261D71E6-739F-4217-86C0-592F2BB0764B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6DF92F15-E46B-45CA-B2C3-B98046A7D765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9E5F4163-50AB-4A58-8EB5-7D8F72400398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3D9BB377-F9E5-4B49-AF81-7D4B6351B384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56870492-01DA-447D-AFE2-C092C18BDD9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A21BBC1C-CE18-4AFA-9E0E-3E73754C4F36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932D349C-3BEE-4E0A-ADD8-32E14DA7B2BF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FEA867E3-F8C7-4438-B7D0-378FC0F3E364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F69A632F-5990-4E84-B194-2D34D7CD10DA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DE14FC8B-3AD4-4FBE-9C89-E6396B2FCE21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F7B3C0EE-3716-450D-BE46-4E64DCDBAE78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14934334-5752-4E07-9D18-10ED11DD4076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21E26251-E71C-4329-82D4-F9510895344B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EBF699B2-18B5-4587-AB76-13A4AB655B7C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ADD05EF9-7AEC-4EE2-8C06-86151D71E45B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9819EEE8-F15C-413A-BC74-054D30523B0D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574AF296-E4E5-4B59-AB46-D86D7D7CEA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A7740F0-57CB-43F2-95E8-72B8C99BBE34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7C9D761-EBF5-45E9-967C-C877E6EE66DF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7C99574B-F0F8-494E-921D-4684FEAFBD8C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C1000310-F795-4D70-97C3-7AD01EAF0C89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C73A8BCE-010C-41C4-A9F0-7A6F4F036D81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2C86DAB6-96F4-4F06-8203-A73DC4A27DF5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9BE6CD33-522D-48A4-9BA5-4C5C3E046EA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9FC84E49-DCAF-4D63-8C05-FE0AD1F05616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759D1B4F-99E0-44A2-BFD3-DC2A53346B96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9E861377-08B3-4C51-9D77-F40DA9ED1A34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7B8536E4-F89F-4B54-B759-E43335DC367A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3B9A6729-6C3F-4B7F-B161-0092F87AC549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986FBDAE-75B2-4EEA-8DF8-95BC15236C07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F2214C27-4B1C-4769-A775-33361A1F22BE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9B8D9308-D71E-4F33-852E-540C84968ABE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5098395B-26C4-46C7-B023-DE1EBC1C1B3F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C15B5429-F5B7-483D-B07B-1D4115590BF0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2DBE6994-5059-4CD2-8EAF-FC3A030D8A72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39246710-D06D-402E-AC9C-F53BACE431C3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B336983E-669E-436C-94E7-49FCE22E3E8C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EDDE5687-899B-417F-AE37-C0D475CCC3ED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19C99E6D-52BB-4165-A494-A4A115503C99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B94D5556-EA3D-406C-8D9F-ACF6ACA715E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80A9B91B-2449-414D-91C3-D858E9CD94FA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5C16961A-2C07-4B25-BF62-8D0A422B486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491F79C1-910C-4B2A-A528-3C4DF5E28DDD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B0D0946F-FA6D-411A-8FA6-19C3FD84795C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0D7DE685-5882-4D29-BE78-12B01FCD3FA6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C568A70-ED7F-47D8-96EA-AD82A94C620C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4496648D-F1A1-411F-9ADB-93471DB1F704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DFE8E72E-489E-475D-9BA1-81B59AF1D8CD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4ECE160F-2892-43E4-A860-1849AFE24FDB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9D41522B-C2BF-481A-8248-DD3F6460F045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9EC7F9AC-E080-4BD0-8896-CFBCB822043D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A9303E24-313E-4A71-81A4-EEFE6159AE03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2E879DE4-EC8A-41FA-A10B-2852094CD784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00C64944-B3C0-4FE9-9188-F58F3471F3FE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2E8B9BD-9693-43DD-8552-C47533F7F916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C230BE36-9501-44BC-8323-3064CBA9DEC0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F578119F-934F-41E6-A6C5-36CBF256B23C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46A345D3-7D40-438A-8D67-9F8B7456D09D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E475790A-F5E1-4883-A381-B0C75097880B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8594783D-ACFA-45E8-95E5-D018461A2145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66F3F40C-CC9D-48DF-AE47-983E9BA3F6C3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37D47B30-7DF0-46AF-9B30-673946E58999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32CFE2F4-3DD2-4BF8-A8A3-560EE243963D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59AE15A5-9A38-49A5-AB05-F83DE84C5B2C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2E2889CA-490F-4CEE-B95C-F16108471D11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485D0C74-4BAF-43A8-83B2-BD320B844840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8125D0CB-B4DD-411D-9FEE-5204ABCAECD3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70848418-2171-4045-982B-DB59BCCE714F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502E1D87-A43B-4BA1-AA6E-CA5546D96742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8D4FC4AC-E1A1-4DBD-AA2E-A2775513ABE1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F56960EB-795A-4C0A-91E8-2098469BBEB9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F948479-B12F-4438-A838-372B342EAFFC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05522B74-02A0-438B-8AF7-440E7AB51A11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8709B3D7-4A08-42A4-BE72-C53EE20F60CA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4F0A4546-6482-4369-8636-0BD21A82664E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9C04DC47-2E92-495C-934B-9D547A35428C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562FFB8A-2415-4DA6-9000-AC44086B81E0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C414C4CC-1DA9-4FB7-A70B-86B05502F6FA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058061E4-03DD-411C-B786-3A8C8C55759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AC0D024-28EE-42D9-B564-39E960505B40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A9860B7A-8868-4573-8E65-3432742C81D3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F6FA287B-1E75-44DC-AD90-9E4F34E743D5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C8669C51-B378-4A0C-8227-0359DF3AAD9C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A2BCFBBD-31F8-4972-B9BE-DB2CCF6F8908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3E76F6E-AA49-4066-8C6F-36A33C547F0F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E7B1132B-F91F-4208-B6C8-C429E36177C5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8EDE7411-3AF7-4584-9ECA-6AEC9AFA4B8B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EC9FF9FD-2F3F-41E7-B6AA-2CBCFA571D88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32A684B5-1B11-4FE5-BBBB-F5419E7ED09C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C7C2C46C-8E1C-4E06-8731-F55649FBF4A3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4BE862B-96D7-4DE7-B0EF-0588FBD777D2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0055BBC6-4F24-414D-97B9-18955A3176B3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08A975CF-1EAE-44B8-A967-0FC4F4D6DE73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926CB82C-0CC5-4C57-89FD-B9E32EA0FB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607202F1-944E-4E85-90CA-A32EFF7AED55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E44207EC-2772-431F-9954-4BDF7CBA0DB6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D484A444-B1F5-4824-8522-9590BBC5F896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0F957658-1BAD-4E6F-B820-AAABBA664F8E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368F171B-7A40-4AD4-84E4-8184846E94D6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12265ED1-DE12-4135-BC1E-2FC11CB3CCC8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F1226FD0-4880-43E0-96C3-B18A69838232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B1E35093-F765-4DE2-B5E4-57E71D96385D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3221288E-3551-480A-AF4B-8DACC62265A2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AB11DAB3-1140-47FB-8AA9-8B039D04759D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2641E35B-E391-4EA4-A2BC-1DDA7AAE926C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0BCF3870-CBCB-47C3-A964-9F46BACF69D9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4F1A83CC-A1D9-4962-AC95-42622F810647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D2DAB5BC-8DCE-4182-AFB0-9FB1033EE320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15CAC8D8-239E-4E87-8610-4A7FBA06F440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AFFA1790-1ECB-44C8-ABE3-4FDC952F9406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3689BABF-3774-47B7-AF0E-71103589510B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78294218-9F76-4648-AC24-3CD11D8E7A3C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370F31E9-8799-4F42-9FF1-CA380F775948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6EBE0CBA-2D9C-4751-B051-5DDE512D65AD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98C6CE94-5485-4177-AF43-03902E0AAE73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1589F80C-E060-46F0-A9DD-69AB06E26599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5A61BC6E-4422-4BE3-95AB-E43C853EA4A3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5A3D672D-D9C3-4CD0-8A77-6903C95F1614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ADBF3565-AB5C-4406-BAD0-78FA661DE834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8B23270A-F781-4941-BB58-720340D49A9A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43D77309-9472-4B85-9E5D-9AAFB9A6A969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A2D5F9B-3AA6-4F0F-9168-13AA0ECE34B3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2B3B6A59-B5B4-44F1-9651-888E4931EF40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2A9C2EF1-03A6-4E6C-B11B-ABDEDF3AF926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776BA18F-C932-486E-A240-A0626E901E0D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D57B58BF-D870-4473-B544-260CD93BC821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6CA4FF2E-BAD7-4994-A222-203B24AA895D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CFB811B4-4ADF-4291-80EF-7ECE5F2F23B3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DB42956D-FE98-47F2-8682-5F636BA78CE0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4DD52C29-8036-4077-8F2C-D41E039BEAF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5F2EF1EA-F14F-44E3-AF6A-FFD3D617EC25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83218B85-569F-41E7-BEAC-A54556797E1E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D8265D3C-286D-4750-85F2-F695205E7268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C280FBCF-8DF5-419B-969A-3D75D96B543A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4B3FABD5-C73C-4479-9A68-38AE88ACC6EC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6255C667-58D3-4E52-BF41-44A0C5C16213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443725DC-3F42-4BCA-9F36-BB347D72C8F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C55BAC3A-2B1F-45E9-A13E-7ED6B5B04C84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D658F018-DFBC-411A-9F79-52554E2C1481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9AAA7D8B-421A-4C42-AD04-D3D54B69BFA1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6703056D-B200-48DE-ACB4-4334B85F8AFC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24E92600-4F29-4F6E-8D73-C0E4E711EB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124E1BE6-7D24-47AD-94B0-BF0AED3BA2D8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1D4F6D6B-E961-4FCF-9BA1-664F6A4504D6}"/>
              </a:ext>
            </a:extLst>
          </p:cNvPr>
          <p:cNvSpPr>
            <a:spLocks noGrp="1"/>
          </p:cNvSpPr>
          <p:nvPr/>
        </p:nvSpPr>
        <p:spPr>
          <a:xfrm>
            <a:off x="7639484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4BB18933-01E3-479C-B75D-BBA9A97A2E48}"/>
              </a:ext>
            </a:extLst>
          </p:cNvPr>
          <p:cNvSpPr>
            <a:spLocks noGrp="1"/>
          </p:cNvSpPr>
          <p:nvPr/>
        </p:nvSpPr>
        <p:spPr>
          <a:xfrm>
            <a:off x="75965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C738F4B-66D1-4DE7-94C6-4BF608AE5367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6E6BE2C5-4E9E-4C55-B042-6CDC285AE087}"/>
              </a:ext>
            </a:extLst>
          </p:cNvPr>
          <p:cNvSpPr>
            <a:spLocks noGrp="1"/>
          </p:cNvSpPr>
          <p:nvPr/>
        </p:nvSpPr>
        <p:spPr>
          <a:xfrm>
            <a:off x="76547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D482BB6B-E076-409C-BF9D-9998794264C4}"/>
              </a:ext>
            </a:extLst>
          </p:cNvPr>
          <p:cNvSpPr>
            <a:spLocks noGrp="1"/>
          </p:cNvSpPr>
          <p:nvPr/>
        </p:nvSpPr>
        <p:spPr>
          <a:xfrm>
            <a:off x="77075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A31A954-D8E1-4462-9A8A-11247F005B60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1115232E-82CA-49FA-B5EF-A13068B5D804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5D04C9E1-9996-4ECB-8C67-BAAB99ED547A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BD816E37-82E8-49F2-8932-3A6536D089E4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B73FDF09-0721-483A-AAC2-AE2B81D8BDEF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8F8C3FAB-172F-48B6-9798-214934FC4BDD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BCDA128F-240E-4F35-A877-5DBD2D1F05DB}"/>
              </a:ext>
            </a:extLst>
          </p:cNvPr>
          <p:cNvSpPr>
            <a:spLocks noGrp="1"/>
          </p:cNvSpPr>
          <p:nvPr/>
        </p:nvSpPr>
        <p:spPr>
          <a:xfrm>
            <a:off x="7612217" y="22254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C75006CB-C258-46DA-927E-9A1DD4ABA542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C044BFE7-E945-4E1A-9098-F3D7F1200824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6306E2E6-A6DB-4642-BC7E-6731E56B5D28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E6638796-1789-4CC7-A917-CC005EAC7A89}"/>
              </a:ext>
            </a:extLst>
          </p:cNvPr>
          <p:cNvSpPr>
            <a:spLocks noGrp="1"/>
          </p:cNvSpPr>
          <p:nvPr/>
        </p:nvSpPr>
        <p:spPr>
          <a:xfrm>
            <a:off x="7645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9FA23403-BB49-454C-9256-7C05D067E71D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6167EF86-9888-40D1-82E5-C05927EBAD6B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CFBB684F-BEDE-416F-A2FF-6338EBA368E6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3926B95B-64D9-4E07-B87A-23C441F08472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BA3295EA-9117-4A7F-A7E9-A7CC3549EDE5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FFAE5760-D422-4E00-8040-7E7E53303589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72A8F28D-8370-4BC8-B8CD-C1F0E7A46E2F}"/>
              </a:ext>
            </a:extLst>
          </p:cNvPr>
          <p:cNvSpPr>
            <a:spLocks noGrp="1"/>
          </p:cNvSpPr>
          <p:nvPr/>
        </p:nvSpPr>
        <p:spPr>
          <a:xfrm>
            <a:off x="7627355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E4D1008D-976E-4BFD-9196-9DDBBA892185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916B3675-ECC8-479F-8CB0-E65E56FC458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4A4E1F6E-F2A9-4D8F-8E17-2D3E8DA9C1C1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D32D2DE3-D74F-4202-A5AE-47856C4CFAE1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45D2CA85-D182-40C8-9629-EA89CE7CCCBC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563DA7DB-EA1D-4DA0-8A4A-C96B1D917C7A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CE68D669-B1D1-4AAD-B3D0-D0DB85B12E4A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16F9265B-9E7E-4B21-A594-45FEAB7DA362}"/>
              </a:ext>
            </a:extLst>
          </p:cNvPr>
          <p:cNvSpPr>
            <a:spLocks noGrp="1"/>
          </p:cNvSpPr>
          <p:nvPr/>
        </p:nvSpPr>
        <p:spPr>
          <a:xfrm>
            <a:off x="7716979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D309B423-627E-4F6D-BC4A-930DCD8C1253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D1467584-5382-4E83-8B93-97505A0AA39A}"/>
              </a:ext>
            </a:extLst>
          </p:cNvPr>
          <p:cNvSpPr>
            <a:spLocks noGrp="1"/>
          </p:cNvSpPr>
          <p:nvPr/>
        </p:nvSpPr>
        <p:spPr>
          <a:xfrm>
            <a:off x="7638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DE6FFCAF-13D3-40AA-A769-5A89B350423C}"/>
              </a:ext>
            </a:extLst>
          </p:cNvPr>
          <p:cNvSpPr>
            <a:spLocks noGrp="1"/>
          </p:cNvSpPr>
          <p:nvPr/>
        </p:nvSpPr>
        <p:spPr>
          <a:xfrm>
            <a:off x="76156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70D7240B-86CE-4CB0-8547-EF4654FC3502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5F118D01-19BF-42E0-9129-B3159F347C11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0EEFAB5B-9B67-48B7-A706-9111195B88C9}"/>
              </a:ext>
            </a:extLst>
          </p:cNvPr>
          <p:cNvSpPr>
            <a:spLocks noGrp="1"/>
          </p:cNvSpPr>
          <p:nvPr/>
        </p:nvSpPr>
        <p:spPr>
          <a:xfrm>
            <a:off x="7696581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64E40D50-C52F-46B5-9DC5-D4EDB47F23E4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90130D6E-B526-4BE7-B310-E35121345120}"/>
              </a:ext>
            </a:extLst>
          </p:cNvPr>
          <p:cNvSpPr>
            <a:spLocks noGrp="1"/>
          </p:cNvSpPr>
          <p:nvPr/>
        </p:nvSpPr>
        <p:spPr>
          <a:xfrm>
            <a:off x="75526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A435106F-C19A-4298-B7D9-866B4C8006CB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94F2CD5F-A8BA-4CF9-8D97-41D126D76ACA}"/>
              </a:ext>
            </a:extLst>
          </p:cNvPr>
          <p:cNvSpPr>
            <a:spLocks noGrp="1"/>
          </p:cNvSpPr>
          <p:nvPr/>
        </p:nvSpPr>
        <p:spPr>
          <a:xfrm>
            <a:off x="7578816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7E56F76B-E4F7-4495-93AE-79A1A28CBB44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7F518FAA-E608-4DF6-8BD6-6105A269D48F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546E267C-135D-4FDE-B65E-FA551ACA0823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A05BCFFE-A451-40FF-82B6-65BCC9638026}"/>
              </a:ext>
            </a:extLst>
          </p:cNvPr>
          <p:cNvSpPr>
            <a:spLocks noGrp="1"/>
          </p:cNvSpPr>
          <p:nvPr/>
        </p:nvSpPr>
        <p:spPr>
          <a:xfrm>
            <a:off x="7567127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67B1DC37-6C18-4011-B34A-FBAA8174EFDA}"/>
              </a:ext>
            </a:extLst>
          </p:cNvPr>
          <p:cNvSpPr>
            <a:spLocks noGrp="1"/>
          </p:cNvSpPr>
          <p:nvPr/>
        </p:nvSpPr>
        <p:spPr>
          <a:xfrm>
            <a:off x="764265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2831AF80-CB07-4F94-9B44-1BB270D29F9E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45172EE4-1964-40EC-8546-43C3057CEC0F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A8C7C4BB-D5ED-48C0-90DB-316C296D3D86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42C4718D-E7B4-477B-B270-3E1A04190B85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62D0C6A1-EC97-4BBB-84E1-2BD1FF463C97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89BE005F-63F1-456B-9952-5BB341DE449A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DF0BB0DF-B850-4BAA-BFC4-D836E1F7EBD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D3DADFAE-C8D1-41DA-9FE6-668CDB6656AA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81F15B84-D2FE-447E-B3EC-0722C0A550C7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B3A69009-6250-4262-981F-4F39513DA8FB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B58D3369-5B0F-48F5-BB1C-E7E2DE8E21DA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85DFF25D-3602-430E-837B-4385DC502348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7B6E27A1-A44D-4FBD-83AD-97FE7AE70D3F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44BC3214-BBC5-440B-89B2-C56F320E72F3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88BC8ADC-0D4F-421C-87F5-B55E57BB04A3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FD3A0990-E972-4E10-90F2-997B9D4A761E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0EF4C71C-2D68-48EC-9AAC-46C3DC84207E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FD76F65D-0DFA-41CC-AEA2-1EDE2BBED89F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FB5CCFE4-C105-44C8-8E8E-D4C39630341C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CD5D59AB-4C7B-4239-B4B5-D981F4AEB3FC}"/>
              </a:ext>
            </a:extLst>
          </p:cNvPr>
          <p:cNvSpPr>
            <a:spLocks noGrp="1"/>
          </p:cNvSpPr>
          <p:nvPr/>
        </p:nvSpPr>
        <p:spPr>
          <a:xfrm>
            <a:off x="7661640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7EC5BB84-C1C7-4F7D-A539-077CB625FE60}"/>
              </a:ext>
            </a:extLst>
          </p:cNvPr>
          <p:cNvSpPr>
            <a:spLocks noGrp="1"/>
          </p:cNvSpPr>
          <p:nvPr/>
        </p:nvSpPr>
        <p:spPr>
          <a:xfrm>
            <a:off x="76744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E3A65763-86B8-4EC1-BE95-49CF3E75B50D}"/>
              </a:ext>
            </a:extLst>
          </p:cNvPr>
          <p:cNvSpPr>
            <a:spLocks noGrp="1"/>
          </p:cNvSpPr>
          <p:nvPr/>
        </p:nvSpPr>
        <p:spPr>
          <a:xfrm>
            <a:off x="7675638" y="2591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CBB3D616-55BA-4061-B016-D6CE84B13E4C}"/>
              </a:ext>
            </a:extLst>
          </p:cNvPr>
          <p:cNvSpPr>
            <a:spLocks noGrp="1"/>
          </p:cNvSpPr>
          <p:nvPr/>
        </p:nvSpPr>
        <p:spPr>
          <a:xfrm>
            <a:off x="7585516" y="2328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068B4449-B52C-4053-A239-CEFB14B40A17}"/>
              </a:ext>
            </a:extLst>
          </p:cNvPr>
          <p:cNvSpPr>
            <a:spLocks noGrp="1"/>
          </p:cNvSpPr>
          <p:nvPr/>
        </p:nvSpPr>
        <p:spPr>
          <a:xfrm>
            <a:off x="7708447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98891418-4763-4D1A-B93D-1D047670E61A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0E4BC8E4-C94E-4206-B056-A4D45FED2D74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9D993916-BF65-4B83-8FE0-510B807AEE2B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062D7C70-7305-4B33-B50F-CB09E1A14904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EFEE45E4-78B5-4DB9-ABAF-F76C98A04E81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49BEA095-DF95-468B-9135-95A27863F447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A7C76482-BFAD-4B1C-ACA0-B28BF48E3B8B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88A4BAF6-A355-43FA-8253-325177E97086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166A143E-CC82-4E5D-8C99-820C261B5B6E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13F4BB38-FB01-458B-9557-43CF46F89988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3DFC8CDA-1D24-4976-AEF9-108B6F863A79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CA6FB028-2B78-4078-AEBD-C00E7BD41756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6F5548D-83A1-4EC5-9600-544449A80EBA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5BA65C09-9A81-47D0-8057-D29F065B4EE8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5E88CB2C-56FD-41C8-87EB-E6DBE2B21606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828B8920-119C-46A8-A3DE-9A06D4269314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29E63B84-941D-4AB8-9A82-B4CC011B1A00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67372ADB-C4D0-4183-9A3C-2CCD6F300A0C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E3A5A8A0-1E11-4765-9C41-8B5BFC60ACFF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A890231E-BA01-422F-8849-FA18AC2457C2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0090211B-06C7-407B-8531-DBBF4D070622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F635A090-A643-41CA-8010-2D832686FF70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FD9B28F3-9EA0-4395-8FE5-2CBEEB433C19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F838AAE8-5937-42DF-82A7-7AA6F7D253C3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CE4B2658-891C-45E2-AAF6-C359C924AD66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F0292719-7DA7-43EE-A29C-446BBE33F84C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127A9285-2EB8-4AFC-BD09-75CBF0C3293E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0A1A9A2A-7603-4C78-A957-A4130325B94B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6178BC66-6B74-43CD-BD21-02D57C59CD86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71F14057-F53C-4808-8CDF-B5A744156825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D4C59F9D-D6AA-4011-9F11-6F7050ACE666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CD25F328-294A-450C-8ADA-F91994DB25EC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7B8B3D7E-68D6-45E8-8B3D-7A017265ED9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CBD89D4E-913E-40A8-A54D-26C448C4CBFA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C0DBBCA6-383D-4EB7-9FF6-A11DDAC71809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BC6EAB47-37FC-4509-B4FC-924B8AF6E626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4AD19437-CE90-4EE7-8E8A-C9B3766BE77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AB9F6A3E-E50A-4A80-AE34-8C43CA062519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98C618F0-C6BA-4B5E-A236-E808376D8E47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94AF39B0-2A6C-49D7-9C92-2A3515F821F1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4F8E3BFE-DF9E-4186-AF4C-7AC2806B86E7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85437383-35AC-443A-8C37-B35480246FA5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C17D62CC-816F-4715-A2B3-7C3BD6F6C7B7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253E3B89-D6BF-4B0D-80D2-A10CF4C22B5B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5CAEFD26-1A58-4C1A-9563-A1FEB6109432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E093F034-DAB8-4160-B5C8-636D6EA9E64E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61D388AF-637F-4426-82EA-731695BD8872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3AA7F608-0FD7-4104-A6E3-1E902013BE6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36B69EF2-2FAF-43A2-95F1-E181D2541ED3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E4205BA-3D63-496C-BF2F-EFD1AA1F7FE5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095917DB-3F5E-4187-A656-82F20308D702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F88AE386-B57D-4AEC-8249-D7BCBA1F2123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245F80D7-5399-4EF1-900E-F5FE36A8815D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B2D96515-E7B3-4066-98AB-2C19255BF387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2C54C215-C6A9-42D0-8198-6D6F46FD0D78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AB7917AE-A003-4B1E-BB5A-28CD64D23FC8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E96D3D54-C9EE-4BF6-9525-1186CBD42E1F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E04BC5E0-9249-43DE-AD31-334F461F836D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BCF5CC30-A742-4BDF-8444-A7317C8D0D56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D2F450DD-E3DE-44CF-9F97-7A4D04E9111E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F0736853-6B6A-4E93-AC95-07776079623F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18BC0423-1DC7-4FB1-B4A2-50A2D24BA85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E7592733-3DB6-4027-88DB-15575B49ABAE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B3E07A2-D978-4842-A77B-821E122E3654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0DD0F8F1-1212-4B9D-B837-334B68C58421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6D9A1191-1889-408F-984E-9287FD091850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F30D0DBB-4C76-4F80-B289-C5ABAA056E65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B67691D3-DF03-446C-ACFC-9F52E53DAE4F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CEE10C1A-BF04-432D-927D-A0DF97D28D85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6D2E4B9E-17EE-46E1-A403-566EC71E898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F3DC6B58-5CAC-4285-A5A5-6761814467A6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66746C9F-905F-445F-B28C-6842D0CBABD0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6FCFB4E4-813D-4124-8AD2-D9D47B0A1FB6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BFECAE8E-4E7E-4E91-815B-C143EFC33648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6E51BA9F-385D-4CFF-9FF8-A13E6A1FAC17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9A481380-88EF-400D-AF5A-6FD1A44195CB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6B17B214-CD86-4F50-8E71-9EDFAC3C330A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B47C1927-B20A-40B9-AF00-0A3C60D850AD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53BFE686-7F72-40FC-98B7-01EE0E83FA78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92F2AF17-1EFC-463A-86B2-0A6D95E7577B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71E412D2-4EE0-4FEE-8656-FF5D254099CA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A5036E58-E9A3-4115-9355-1D03BB22C17F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60860981-90CA-4B1E-A8DE-08294A06E7CB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89853937-8AA9-4E77-8B7E-C333D6FB9695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99A4816-D787-4AB7-A1EF-50520D23D19F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0D86BF38-B4CB-4F94-8E86-5EA02CF8DAF5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91457159-1714-44AC-9BC8-2D1B7B7DC5E3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A54FA0C4-8749-4CDE-B419-1FCECF2B2F28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0CBDBDCF-43BA-4D09-9E70-716D9BCE7B25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630D0088-FD5E-4E98-B746-6ADE69AB4E1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026CEB95-622B-470F-8BB2-28F00180A3D3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FE327260-50F4-43C3-9D54-BAECC9F1592E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4676239C-4290-40AD-AEC6-E8A46D0CD074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575B5352-32C9-4707-B362-CBD8F4D17B5D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E8C359FA-B516-4E37-A5A5-81266542A0B8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455A8077-3871-4EA4-A869-E4BDB8CA4A54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A8D51366-0B4C-48C5-9F99-8AD134AB92FF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EBAE11D6-2AE4-45F5-854C-DBDB99ED70CB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1FF18913-2BFD-4221-A52D-F15B8772DE09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9B351A78-1FEF-483D-ACBC-9792B0547FD6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369FB338-297D-4843-A86E-51ED721E65F2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EF10BE13-DB84-47A6-B079-FA77BA48879C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5BF3DC0D-E99B-4414-89FC-42026A3D3300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D30D61B5-33D2-431A-9424-6E94243603C6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BBBDCA2E-E3B1-4FC7-981C-2287DCFD1107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8F4CA271-5C25-4C40-B16D-1622D6D8999B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2FB60E0B-13F7-4781-81B5-764171AD8A81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9C8CD6C-5206-4C22-BD48-59E7AD2A76A4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A42A73DA-9913-404D-9234-1ACD1CC87392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8F5D2250-2624-45F4-844E-205CEFF0788A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5A218410-9E4C-43FA-87C1-7C26FDFAE14A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06957D77-8A15-4AA0-A9C4-9D58A668FBA8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E49F6642-3CE3-49F3-8AFA-44E2BA127D5A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7D3C3434-9D1C-4513-A264-CCD0DF172E00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8408EAA7-F41D-445E-9551-0FCC37E69E2E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E311DE22-11D5-4DEF-9F70-45C669441022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26064EA9-38AA-4B7F-A35E-BF22CB0A81C7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DDA18E47-8907-45F7-8C9E-5215A4206010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42A8BDF8-680D-43BA-948A-A8C2A4A88E01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A5500BAC-2CC4-45D6-B7BF-6E648AD8A6C6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0348EB0A-8B6D-4F40-B326-9068D2A96F7D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5B0CED57-D463-43F2-AD68-2AD249A23896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848587ED-9B17-47E2-90DC-A18AF1EA7292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6B1D08DA-9A60-420F-952C-31C18BD13E92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79E8F0F4-28BB-4666-A8C3-E3D436AC3B45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B6DC1219-D1ED-4954-AB2A-BCB9DAB30EA8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BF77FAF0-04D0-491E-A361-9F57B816FB73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61B7CBE0-AAFB-4B98-BF42-8054A11EE44F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00EC7F84-E7A7-4DB0-8B32-0CC57DC7F9C4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20FF1B6B-2915-4750-9BF8-385EA043B6C0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8805CCB-DE3C-46CC-AABC-DBDEDB4A97F4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30FF5FBB-9EF1-4E57-B9ED-9BDB0655E840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21349314-ADCD-4648-88FD-A66DEA0E8A86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B167E324-E649-42C4-BCBE-5DD5847602D0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F5BD3080-40F2-44F1-9D75-8C08E9E08530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18409D6D-BD62-4931-874C-5EE92949A7D9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A099DE0C-C9CF-42BB-BA04-C2363886A233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B4BA5F71-EF39-415A-9FDC-E76E5795D76F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3AF072F8-BC87-4728-AD14-80AAD94D5784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B134731E-C57E-4928-B737-621971584A58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A04332C-A9B3-4960-9E72-B56FD2C86BEB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F5C52EA2-FF49-4FC3-A52E-7E3738A6E71A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2B647DD2-7362-4D33-85BF-A2B907EFBDCC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F8FD8CDE-A854-439C-A3A2-B1AB5BC113A5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4A8CAA63-D08A-42B9-ACDA-634351E0FC96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477BBDC6-8325-4421-899F-C293028F6E3E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9D0AA36-AB26-47B6-B920-0F83BA629826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146F214F-F8C5-4E6C-A0FF-032C27E98EB0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F1398C30-A9D0-4DAC-9CB1-43F351310B8E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6BE3BCDF-F624-41B0-A42F-27D68E376B79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A932CB1B-B91D-4F27-8112-73FCF77AB82D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F61B71A1-A6E6-4EA7-BCC6-31FE50293C9D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1F8D0DE5-E44E-4385-A883-CE81C8D4FDE9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D208CC8E-1A8E-4B71-A470-ED1ADE953807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FBEB1EF9-BC68-4D50-8E8A-8480EE50099C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06BE75BD-A2E7-4B88-BED4-24A5EAD5C55B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EAAF3FC1-E4C9-4891-BF88-19382F8AE8E3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2699D822-DBD2-4E46-ABDA-98EFD43B6776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B27EF820-A8AF-4204-97E8-0747E708F0ED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3E9EC2DD-E160-40B8-BB02-79265E94328A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CBA901D5-B23A-4ACC-AD33-D60677A01BD2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A33C00F8-AEA3-4290-9090-1253E4647C83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9FBB32CA-E4D9-4015-878C-2A459EF0BA6C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8FC378BD-4BD0-43A2-8D46-4EAF1BD86E8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84FE2529-23EF-44C2-967F-B864B01657CC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AA8BCA02-BF83-423E-8092-D17DADC03A5C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E70057D1-ED89-4FB0-953F-D2CDB24DC1BE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4560A47D-6326-4E6A-8922-31CAED191889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E54F9681-13E4-4817-89DF-5CAD6A52038D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A2E14167-04FF-43E5-8362-2D93B6EF850A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EEB53879-9E3E-4234-BF93-934D31BBCCFB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C97705-D32B-426B-B166-9FAE91098487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7E233DEB-82A9-42B9-96BF-E047D2FA370E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9092E380-81E1-448F-97AB-2796FC2C596D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07664A7D-7EFD-42F5-AE3C-F733938BE702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5E5EF3C3-4081-4FA1-91E6-4990FC0B5A7D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29304428-F6DE-48AB-8EA6-D3ACCF289A77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F3BCAEA-C75B-44B7-B24A-D656184B0290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C319DB1E-9C21-4381-9078-DE23A4796D75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8199FD69-AD95-48F1-A1BD-791496B1E328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781AE376-6C8E-40CE-9CB1-43D9E3D4056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68FA8855-4BDF-45C0-9F9D-C8BA03B68C1B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7CB43BBA-96E7-43D8-94FB-CF3DFC585031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2670514D-2536-40C2-B6B3-EF8786205C6D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7907A667-4350-4870-86C0-A60CD1F57F68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FE1CA7B6-0FF0-408D-9F99-29508A1ECAA0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CDECA96A-482E-4186-9FB2-07713BBA584C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A8346695-1D9E-4393-8B9F-334F7E577B37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DC9F6AA0-9ED3-4F1A-93B0-A7C8ACACAF38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F2BEFDB7-72F0-4D86-AA1A-6A64583214D8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7815061-9011-42EB-9F41-2FCB53E43966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4FD7D464-42A7-4120-84B1-3B2A52E36467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245703CD-B07D-4D3B-971D-EFAF7DE92DC8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CE07F923-A902-43EA-9500-1FC7D29BE099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3E063018-C01C-4286-85ED-0DEF1830948E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CA9FCB2D-2BF3-4D6E-B166-B46F2E30253F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1F39A7BE-4A78-403B-94C0-C7AA323BE10E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483F6231-7A66-4CB1-BE9B-110152975118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21B00EEC-BACD-45C5-A7F6-C1BC8FBFDE72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85B59885-3240-4CA4-8C1A-815B64A5735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055B80DA-4929-43AD-A355-F079358F35BC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8D2783FF-CA0A-4FD6-A64B-6286762FC171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D00B633F-B888-4753-8347-B11C53FD75B5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697FABC6-C2B4-406B-BD86-A596BF3B35C7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A525852A-6BAD-447F-B887-9049801FBCD0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7A144F78-689C-4AD8-A5F8-085BB5E9950C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406EA5C3-19AB-42E5-BCDE-979359E80E88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42BE25AE-8206-4399-B553-03FA1196E4AF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D22CD9C-7C1F-4B2C-A372-0AB4AF8F1D4E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77BD9E38-95BB-47E7-8F62-81E1A25A8452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DA2C750F-BDEA-4899-99CF-A0FA227CD92F}"/>
              </a:ext>
            </a:extLst>
          </p:cNvPr>
          <p:cNvSpPr>
            <a:spLocks noGrp="1"/>
          </p:cNvSpPr>
          <p:nvPr/>
        </p:nvSpPr>
        <p:spPr>
          <a:xfrm>
            <a:off x="7933824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01EE2033-B84E-49AE-AA2C-EA8D9616F83C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F12D9344-F254-4071-82C6-294C07E39231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654BF506-A6BB-45DB-97A8-11321B0519FD}"/>
              </a:ext>
            </a:extLst>
          </p:cNvPr>
          <p:cNvSpPr>
            <a:spLocks noGrp="1"/>
          </p:cNvSpPr>
          <p:nvPr/>
        </p:nvSpPr>
        <p:spPr>
          <a:xfrm>
            <a:off x="7887674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C456768D-F7DD-4FCD-B296-44EBF9A93F98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5C5A69EA-1388-4D5C-ADA8-CEA20BA025FB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EEFF2166-2B6C-48A1-AB31-F1CBE51FB7F0}"/>
              </a:ext>
            </a:extLst>
          </p:cNvPr>
          <p:cNvSpPr>
            <a:spLocks noGrp="1"/>
          </p:cNvSpPr>
          <p:nvPr/>
        </p:nvSpPr>
        <p:spPr>
          <a:xfrm>
            <a:off x="789071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B1D2C7FA-BA7A-425C-A689-6094A673970B}"/>
              </a:ext>
            </a:extLst>
          </p:cNvPr>
          <p:cNvSpPr>
            <a:spLocks noGrp="1"/>
          </p:cNvSpPr>
          <p:nvPr/>
        </p:nvSpPr>
        <p:spPr>
          <a:xfrm>
            <a:off x="794862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B9423992-063B-4D12-B1C9-50B78A4183D0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87E26976-E5BB-49CC-B59B-8D78C21FC1A4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64C7BBD7-65E8-4F24-A5CA-DC912F48B65A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0624359A-648E-495F-829D-A451157D41DC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A3FDF8C3-621D-4593-8018-18CA2DBFD85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401171D5-2FCD-4808-9179-4C6EACA86594}"/>
              </a:ext>
            </a:extLst>
          </p:cNvPr>
          <p:cNvSpPr>
            <a:spLocks noGrp="1"/>
          </p:cNvSpPr>
          <p:nvPr/>
        </p:nvSpPr>
        <p:spPr>
          <a:xfrm>
            <a:off x="7827802" y="226345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C04C2533-8452-498A-AF0D-E66B9FA143FC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94B60136-3AB3-47E8-9158-E5C71E6129D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9204923C-22B1-42ED-9659-9EDA6342A999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7F3DABEC-CCE4-41BD-97A0-D34035595E0B}"/>
              </a:ext>
            </a:extLst>
          </p:cNvPr>
          <p:cNvSpPr>
            <a:spLocks noGrp="1"/>
          </p:cNvSpPr>
          <p:nvPr/>
        </p:nvSpPr>
        <p:spPr>
          <a:xfrm>
            <a:off x="7959542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19C46F76-159C-42D3-BE35-05D8A545D258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EF1AC70E-8E81-455D-AA2C-35FD62BFACCC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7D3BEF9-B4CA-4A4A-B664-07A015A74454}"/>
              </a:ext>
            </a:extLst>
          </p:cNvPr>
          <p:cNvSpPr>
            <a:spLocks noGrp="1"/>
          </p:cNvSpPr>
          <p:nvPr/>
        </p:nvSpPr>
        <p:spPr>
          <a:xfrm>
            <a:off x="7815161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5D5DB9AB-647B-43EB-8B78-EFE79FF88869}"/>
              </a:ext>
            </a:extLst>
          </p:cNvPr>
          <p:cNvSpPr>
            <a:spLocks noGrp="1"/>
          </p:cNvSpPr>
          <p:nvPr/>
        </p:nvSpPr>
        <p:spPr>
          <a:xfrm>
            <a:off x="78483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973CC3DF-51C1-478E-909F-1C134B7D66A0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90486703-0202-48BF-AEF3-62C6E9EA04D4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A9EAC8D2-9C1F-4FEA-B305-4C9790C2BA0E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18B87B30-25F9-4853-A167-06CCB66AFA8A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EACDB831-31EE-4272-B827-314D6211FC39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A32D7A43-BE9B-44E6-94BB-F9EF1A8BE1F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2840987A-647F-4AAB-B0F6-FB79ED6A7C52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E3FA9ED9-403E-4EF2-BF10-270F09864C5C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B47A8A10-7A76-4BEA-9E76-EA6C169BC796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FE785C32-E65D-46E3-B557-400D61CC22DC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F250274-39B2-4611-A6C0-655FAC0F70B2}"/>
              </a:ext>
            </a:extLst>
          </p:cNvPr>
          <p:cNvSpPr>
            <a:spLocks noGrp="1"/>
          </p:cNvSpPr>
          <p:nvPr/>
        </p:nvSpPr>
        <p:spPr>
          <a:xfrm>
            <a:off x="786441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C4F1CE4B-2999-41AC-A028-712E141F870F}"/>
              </a:ext>
            </a:extLst>
          </p:cNvPr>
          <p:cNvSpPr>
            <a:spLocks noGrp="1"/>
          </p:cNvSpPr>
          <p:nvPr/>
        </p:nvSpPr>
        <p:spPr>
          <a:xfrm>
            <a:off x="78795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0FA79158-E956-4C9D-B106-D617CA599B6E}"/>
              </a:ext>
            </a:extLst>
          </p:cNvPr>
          <p:cNvSpPr>
            <a:spLocks noGrp="1"/>
          </p:cNvSpPr>
          <p:nvPr/>
        </p:nvSpPr>
        <p:spPr>
          <a:xfrm>
            <a:off x="784659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401B727-DF35-4FFA-BDE4-8A9DF3FECC0E}"/>
              </a:ext>
            </a:extLst>
          </p:cNvPr>
          <p:cNvSpPr>
            <a:spLocks noGrp="1"/>
          </p:cNvSpPr>
          <p:nvPr/>
        </p:nvSpPr>
        <p:spPr>
          <a:xfrm>
            <a:off x="7944198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37CF1FB8-7566-493F-A40A-E72F2C0E2DE8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72FB3CB5-5ADA-479D-BA14-8A2BC3D86149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19659983-4C91-4542-B867-A33D00DC73E3}"/>
              </a:ext>
            </a:extLst>
          </p:cNvPr>
          <p:cNvSpPr>
            <a:spLocks noGrp="1"/>
          </p:cNvSpPr>
          <p:nvPr/>
        </p:nvSpPr>
        <p:spPr>
          <a:xfrm>
            <a:off x="785886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EA06A107-EE81-4EB4-92DB-430950D1FF10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6C5D8BF1-58F0-4AAC-8879-AED8E9F75B44}"/>
              </a:ext>
            </a:extLst>
          </p:cNvPr>
          <p:cNvSpPr>
            <a:spLocks noGrp="1"/>
          </p:cNvSpPr>
          <p:nvPr/>
        </p:nvSpPr>
        <p:spPr>
          <a:xfrm>
            <a:off x="7828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A99048ED-5CE5-4D2F-9EE0-2D8C8919EA66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9663227D-CF4A-420E-8C21-ADD5B333A994}"/>
              </a:ext>
            </a:extLst>
          </p:cNvPr>
          <p:cNvSpPr>
            <a:spLocks noGrp="1"/>
          </p:cNvSpPr>
          <p:nvPr/>
        </p:nvSpPr>
        <p:spPr>
          <a:xfrm>
            <a:off x="7899623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C9F7B684-C86C-4742-A8D5-8DD2A6FBF49C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E426D52C-452B-4E81-8B33-D727F6F4862B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3C439B77-CB14-43FE-9399-DB3554209468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681AE466-FBDB-4AED-B45B-CE7C6B0CF525}"/>
              </a:ext>
            </a:extLst>
          </p:cNvPr>
          <p:cNvSpPr>
            <a:spLocks noGrp="1"/>
          </p:cNvSpPr>
          <p:nvPr/>
        </p:nvSpPr>
        <p:spPr>
          <a:xfrm>
            <a:off x="7934835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E0E1F44D-FD6B-41CD-A693-C470A4EBF4A2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AF184936-0CB7-4EEE-9E40-81FB9543201A}"/>
              </a:ext>
            </a:extLst>
          </p:cNvPr>
          <p:cNvSpPr>
            <a:spLocks noGrp="1"/>
          </p:cNvSpPr>
          <p:nvPr/>
        </p:nvSpPr>
        <p:spPr>
          <a:xfrm>
            <a:off x="784681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8653A06-B162-40FD-851F-E996A5355B1F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F4CB7675-0EA2-45F3-BF79-4373D8F83B0A}"/>
              </a:ext>
            </a:extLst>
          </p:cNvPr>
          <p:cNvSpPr>
            <a:spLocks noGrp="1"/>
          </p:cNvSpPr>
          <p:nvPr/>
        </p:nvSpPr>
        <p:spPr>
          <a:xfrm>
            <a:off x="78253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9D6CC822-9351-4D02-BDE6-BA3DB8BAC366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86145FC2-F5E1-4D05-AA69-DE1FE40DADE9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F60FC88A-700F-450C-B6EF-96697A45770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8235A881-CD42-4996-B0DD-CF21287F715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8BD5E97E-F17D-4046-ADBD-2A333FBA287E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30882066-B0D6-45F3-AD39-A2F42491189E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F6C6FDC1-A664-46D7-952C-7797A1482082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2E3875A3-4A95-4AF5-8D7A-F3ED4D06A51C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0B4C5D6C-021A-436A-9710-99152EB220D6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45B0277D-165B-45D6-B613-D4B78B9D21E2}"/>
              </a:ext>
            </a:extLst>
          </p:cNvPr>
          <p:cNvSpPr>
            <a:spLocks noGrp="1"/>
          </p:cNvSpPr>
          <p:nvPr/>
        </p:nvSpPr>
        <p:spPr>
          <a:xfrm>
            <a:off x="795516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FC750E5D-3DCD-4347-9DD7-7DAE4C411F11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BAEEB474-F072-4D4A-8913-3D8B94069CC6}"/>
              </a:ext>
            </a:extLst>
          </p:cNvPr>
          <p:cNvSpPr>
            <a:spLocks noGrp="1"/>
          </p:cNvSpPr>
          <p:nvPr/>
        </p:nvSpPr>
        <p:spPr>
          <a:xfrm>
            <a:off x="7864393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85D70AD8-30A2-44A5-8568-07CAD75B6D43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AC10DEFA-229F-4985-AB7F-D292B6E3B6B1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DDAE90A9-D6ED-47F9-93AB-2E18D843EF22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52256827-842E-46FB-8643-121C535EF9C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4840FF8B-9285-4B6E-9F6D-022E1209BADB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7E5FD50A-C292-4120-A02A-D082902B4659}"/>
              </a:ext>
            </a:extLst>
          </p:cNvPr>
          <p:cNvSpPr>
            <a:spLocks noGrp="1"/>
          </p:cNvSpPr>
          <p:nvPr/>
        </p:nvSpPr>
        <p:spPr>
          <a:xfrm>
            <a:off x="79177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C32ACC58-E53B-4E28-9FC5-ABA54ECBF350}"/>
              </a:ext>
            </a:extLst>
          </p:cNvPr>
          <p:cNvSpPr>
            <a:spLocks noGrp="1"/>
          </p:cNvSpPr>
          <p:nvPr/>
        </p:nvSpPr>
        <p:spPr>
          <a:xfrm>
            <a:off x="7794852" y="25900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B7B5D635-D162-418B-86A6-847E69194D50}"/>
              </a:ext>
            </a:extLst>
          </p:cNvPr>
          <p:cNvSpPr>
            <a:spLocks noGrp="1"/>
          </p:cNvSpPr>
          <p:nvPr/>
        </p:nvSpPr>
        <p:spPr>
          <a:xfrm>
            <a:off x="7955871" y="22310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57A3E0BC-BCE8-41DA-A1D0-BC03B90EF0D8}"/>
              </a:ext>
            </a:extLst>
          </p:cNvPr>
          <p:cNvSpPr>
            <a:spLocks noGrp="1"/>
          </p:cNvSpPr>
          <p:nvPr/>
        </p:nvSpPr>
        <p:spPr>
          <a:xfrm>
            <a:off x="784406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F36525D7-2839-45B8-AA06-231CA364A54A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625C240D-E30D-4F43-B2FE-CB247981E676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9BF48F1A-6FE5-48D9-AB31-C7004074432F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A3C29E5-2881-4CF2-AE81-9BFBE6E9D1CF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C8F96B8-BD4B-42CE-A3CE-94CC26A2DC11}"/>
              </a:ext>
            </a:extLst>
          </p:cNvPr>
          <p:cNvSpPr>
            <a:spLocks noGrp="1"/>
          </p:cNvSpPr>
          <p:nvPr/>
        </p:nvSpPr>
        <p:spPr>
          <a:xfrm>
            <a:off x="78857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C0905688-5D70-4AB6-B48C-4239CDE830C9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1557ED75-2772-4D2D-9850-D1BAE78D83B2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CAC9DCDC-D2D9-45DF-A972-0916B2FF436D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0078BDEE-50A0-412D-980A-6BCC3115F35E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02339B8-6BF0-4AF4-894C-A68A8136E7AC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5C981971-056E-4CCB-BC48-4AE338524B3E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CD72AF78-7B8D-48EA-BFC5-880EDC53BA58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2A79A47A-A4DA-4BDA-850D-324DCA67D135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16FEB0F2-5CBB-4CA5-8B23-3FD1C327368C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3F5EB756-D62E-4D62-85C8-2184D6E95DBD}"/>
              </a:ext>
            </a:extLst>
          </p:cNvPr>
          <p:cNvSpPr>
            <a:spLocks noGrp="1"/>
          </p:cNvSpPr>
          <p:nvPr/>
        </p:nvSpPr>
        <p:spPr>
          <a:xfrm>
            <a:off x="79380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0874CFD3-1537-405A-9CB1-B4D30341877F}"/>
              </a:ext>
            </a:extLst>
          </p:cNvPr>
          <p:cNvSpPr>
            <a:spLocks noGrp="1"/>
          </p:cNvSpPr>
          <p:nvPr/>
        </p:nvSpPr>
        <p:spPr>
          <a:xfrm>
            <a:off x="78112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FE02507D-D2E6-4032-821C-E03C5E6D88D5}"/>
              </a:ext>
            </a:extLst>
          </p:cNvPr>
          <p:cNvSpPr>
            <a:spLocks noGrp="1"/>
          </p:cNvSpPr>
          <p:nvPr/>
        </p:nvSpPr>
        <p:spPr>
          <a:xfrm>
            <a:off x="79145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D510B3F3-DC58-48CD-B0D1-130F00B22FAB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714AB2B9-379C-4895-B0E3-269AB264DD17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188D21B2-2E1E-454E-9C38-97F25BAC3F60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11D30CE3-61BA-4447-BE54-DA29D3306F6A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734157CE-44B9-4695-9374-2FA5477DCBBB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A03AD337-1398-4F82-880C-B2056E071F35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7B598582-E1ED-49BF-B928-6541AB25B28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637D0AD5-EA44-4F01-A21E-4F6A2B15562B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53F52D91-56EA-463B-98AA-F4D2D213797D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9EFD0915-8D39-4655-9CF0-D08C8ADED2B0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ED8A16E-5525-4879-B946-1BD77F77390A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42D12301-913F-405F-A9F2-3858E6A32283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EBEE38CD-DCD6-49E9-8A31-D1CFCEA71F28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DAEAAB89-3DC3-4090-86D0-9B4969CBA360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55D120B3-CD45-4824-9871-C138F89ED6D1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E148685-2C2A-4646-B6DB-901CCFD966FD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BCF84C22-5B44-4302-AD8C-BA1F0954A10F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D13D6CF7-FD37-45F6-A5EA-8C6509495DDF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7FF36811-1C5A-4480-9C57-8D07B5041EB1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F48B34D7-0BEB-4FC0-81BB-FA0A6DEB6CCE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FFB7CE95-2EC5-4D9B-B4F1-DC6E26ABD2DD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3DF19C49-B13E-4641-B4EE-16FBEF9F1F7C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A5722D7D-3809-4BB6-94F9-CCB45575E0CF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CCCA23D1-88B9-4659-97F0-1FC4E41CB39B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213567BD-3DFD-4B1B-8A8A-2F1AD5BEFCB1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3D669B4A-E9CB-49B8-8BF2-0E779FAA2D75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1740D1F3-AA05-4E84-A2C9-42558DAB141A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03D2BDB-1E6E-4DEB-9B44-667B09040634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51333452-C1D4-4FD6-92EC-B25DE47CDE8C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38167D15-A02D-440E-9BF8-A3E61CC2C706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41493F6C-D6BA-4E06-8B44-B1ACEFCE550D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E857D4CD-77EC-4DEE-A82D-B9BD45B6C691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34DA9209-62FC-4E1D-9527-1839F93459EE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DA9EE2F3-419B-424F-A63C-43610F0C3B0A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3F2F029A-B61B-40DC-9866-B47C91878BEA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AB1B7BF6-1D72-47C4-BAAE-B1832528E950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F33E0BE0-368A-405F-889E-C6D6877B01FB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F49988F8-02E6-4920-B231-167AA41FE3AB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30AADA0F-7B00-48E7-B9F8-8E06C67EAAA4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620A249B-2E85-49DD-86E5-EC3B2410171F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7588795A-785E-425B-B6E6-66AA3D01F603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F5D1366C-AEC5-48C8-9279-A36FE90AAF49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07601C96-FB74-4B96-AAAB-353452F73ACF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BEBB294D-EB1E-4F3A-B2D9-B5C0FD293F1D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611288C8-0F4F-4FA0-9365-6BC1DB4EEE51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5464C4FF-0C21-418A-A52E-1935B194ABC9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E834FA9F-D8EB-424F-9049-A57B7E71719A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B30874E9-DC19-4CAE-A843-FE3B53D586CB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43244E33-A966-401B-BE38-CF557CEB7323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7E1C262-8E28-40F1-AC9E-49C4A9F1E914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9F7CCAC3-D533-4F67-8D60-8AD3CEC8DCD9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3C97CB35-BCC9-4EC5-AE4A-E34C193D0CBB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92C475C0-D3F0-4A04-B05D-3A8BE5CAF658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E14DA94C-5326-4B5A-9606-6939BE3761D7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78F38BA4-B3E1-4141-9931-00E8EC1A3347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2DF4A2EF-243B-4E15-9ED6-37293463628D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7E4E2217-F0A1-4017-969D-9C6605688C7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E180D909-4792-462E-B6E5-35C51E00F8D8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B3FEF99E-A251-46C1-93BB-74DBE49BFF95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2F9B5577-275B-4510-885F-2E97F06B655D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5B3D1D3F-3609-4E24-91F3-DE60E7EB61CE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B8064861-CF29-4E82-B508-1DE49AA47071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F91924BA-2C22-4021-BB09-52CC19826C70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B33006F4-8A4C-48EA-A32E-485645E71515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50230200-52A5-4F87-BD1D-20EC63FDFB82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27F720AC-EA93-4680-A07D-09F0288A5D71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78F00D13-CAED-4D04-A326-2D42ECDA5B74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A907F4E2-15D5-4055-9D35-7EC7F5F858C1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62D03F18-F0AC-43FC-8A94-764BF2628AF4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3747B80E-6466-4846-8B91-23C9C3D9F1AA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79E15864-73AE-4F44-9640-AFA92227F932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0C00D7C1-7AD0-4E53-81CE-9E0350EFE90B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5D6BF12-82E8-4D99-B47A-831021EEC50C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9C58EA93-998C-4190-AD31-7FC4BEA9DAEB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ED8E62B0-0C20-4240-9549-8068B6E9C511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415E4DFD-6DEB-4E7A-9441-1EE22BBBE89C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E575BE14-8702-453D-B7B6-C72E676D9574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EE5F385D-38E0-4548-8BD4-2C702700FEED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1C97D3EC-8090-4954-8369-1DAE1B6D09D5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470DEBCC-9B24-49D6-A006-F4DD4CBE0980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159F1E7F-EF57-4B53-B874-BFEA4C94154E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36006E1E-24F6-478D-868B-4C3E61F8B112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32E1077B-751E-4B94-BD24-FF80A7524329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F7FFA791-59B6-43A4-A9E1-B1CDBCEC506F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517F8761-194E-4EA3-B3C4-A1A20F5CAF0D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6E08762F-24CD-46FD-AF21-91BA7C29A7BC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94BA02A0-BB0A-441B-9B42-EB34C9C5550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790E453-185C-4019-A51B-B288752A1108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403E28A5-B987-4287-B021-F97ECF651967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2B63038F-8B7F-4D3A-8A2D-E338C62B81F4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2F55CAEF-633E-4EE2-94CC-5EF93478022D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CDD3E4D0-FBC7-4E9A-8CAA-5E297090D1AB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3C4CDC3B-1267-46B9-81C6-6C4FF27F038F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AEF1ED-4F96-42D3-8A06-721BA95AD696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2C66245C-CE70-405B-881C-E2D2C5B2EEC7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18C0CB7F-02A2-4565-98CD-00500AE18534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63A69173-A4BC-4A05-A301-E4A2EFE9953E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6640F2EB-F126-43A2-BB13-8487C886C04B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556407DB-97B9-4476-AF73-42E4B0C64078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B23291BF-F317-4F93-A138-FF0682B6C713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3F65674E-2D79-4E69-BDDC-F8A83240D556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F9807E25-1D52-477C-BD48-A3195EDBA703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62B3A128-43D9-44DF-894B-3E11EB0915C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9E830EC2-DE16-42FA-B14B-539210CD8A0B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2F0E8D20-CD30-46FF-B7C8-0FF51DFB446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384A7744-90EE-4B89-A044-2988CACB4021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4C4CB3B6-1454-4752-9DDB-59BBE641BA2E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D8433514-EF69-48D4-8458-52743A903F09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E43ED605-3BF5-4285-8329-83ADD4A24BD6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D5B456E-D239-4E8D-8AF9-622660F8E995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E49E7264-3603-4DBF-BB79-284C5B30FEA4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29473A10-8A6F-49DE-9F93-C065374F7D5F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15E161A4-A6E2-4EC6-8EEE-CCC78AB3F500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24806920-A75C-4D88-A3A6-583BC2CC9C7D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197EEE80-EF06-4899-9F96-FED328EABC55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041514E3-553F-4042-AA95-76F09B3AC90D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765C9CE2-85BA-4480-8A90-D0F5FBD20BBA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2F7BFD32-6952-413C-8000-2F1EFADA7FD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56379EB5-612B-4F1E-AF43-F1FF87D0085D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2783C772-F6EC-4EF7-BDC5-E6195BB2B15A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A9FBF7B0-B52D-43DB-BFB3-5C88A8E7A4A9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A6C3A833-C2CE-4755-8AF4-DFB194398D4F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F46FDFA1-B3E2-41C7-84EB-C57C792DD55F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D64E91B-478B-48A8-8216-4B2081EC0083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60087BB9-A53D-4B26-8718-CC99016B1985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B66A5106-A9F8-49C5-BA6C-44A77AA9D412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E6B851E6-ABDB-4472-95E6-B4FF464C57B8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F3E7914-FF75-4546-921C-76D3797CAAFF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F705F4E0-81E2-4872-8166-4F95114AE46E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5A369D93-A3F7-45AB-A204-E179186ED5DF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DC6EED7A-074A-43B2-AEF3-CFE0DC4BAAD2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F6A299D2-F66D-473D-8D56-366D3DDB4092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041ED97E-C769-4DB4-BDD5-E68F42B001F9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746B4E09-44D0-4651-82C2-5C155515015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0D4CA715-82F5-4FDF-8EC7-3465E488580C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58963DDA-B941-4983-9D41-8AE44F2F5BCA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8A5A96C4-D1DC-460A-9BE4-E6A8F9FE1D0E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43553A16-3898-4E96-A6FD-A6E7A6827B97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FEEE0963-294D-4C26-B19F-800416DB7ADD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66E040A8-1AEF-4308-B1C4-644910D4249F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4EC47E5A-42E9-49D3-B60F-5A8C5C2B27A9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CE04119-526A-449C-92A9-B43FB990FCC5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3A21A7A2-3C04-4EBF-9E10-84511039E013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E3145423-4025-453E-B909-E4BAF819A29F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03ABA918-9D38-456E-8CD9-0C294800522A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DA91D090-70D2-47C9-8A2E-143BE96B6B8B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8F1DE309-215E-4F03-AECE-F6DF4A8E06EA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0476AB89-04E4-4451-8939-1F9F8B9F6EBB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CE7475FB-6BD6-43F3-A82D-5503E964051E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9354ABC5-0277-4A44-9F99-3873EBD82AF5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88799659-F8E6-4062-91DE-BB867598A353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36E1A22E-151D-4BD7-91A3-4E9682F9D4AC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F10299F2-5816-41C1-BECF-2D8CFFB02A32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30D0B029-595A-4D95-A4B9-2D93C1983132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82375EF9-DF5E-47E9-96F1-491627696641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072C3083-7359-4ECE-A209-EA2027FC7C7A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40FFC654-8F8D-484C-8608-32007B341C00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7C440354-08AC-4D20-8910-46A8BA991EBF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4DA05150-7B96-4B69-8860-975A2C7C74D1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F6C271AD-1751-4B85-B6F1-C74A8E11DB43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377F1031-24FA-42CD-93BE-C5733AC9EC2B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71050ACF-1555-4B6B-8408-D9646A40EC57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1AD3798F-57EA-4BD7-B320-FFD477369AB5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3624F070-DC32-4894-857D-2A39AFEA2906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A888F902-E4FB-4E43-9E5E-0ECDBF302037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00273C21-F4D1-42FF-8D28-5EF26E2C8BBA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4E93B44E-B7E6-4DF4-8F92-5D82D37077DE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3E68A232-C1D2-4540-B39D-8394373B1DBF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6371DD16-9619-42D6-9A64-58F54FD821D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FBCBAFB2-C6A8-4007-89D6-E84F6EB85BFC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6307228A-6EDF-472A-815F-EFD51A680FC1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64DB5AA-13DF-46B3-8D61-3C38D3124FE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D903EB37-A83C-4B36-A66B-77CC5627A1F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1939BA16-308A-4A8A-B344-8B7F8721A19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5E7B75AD-3590-47F3-9AE6-D0F492850AB0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40A5AF9C-6DE7-465B-98F1-2BD7B763AA22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FE6F01DD-1249-4FFE-BDD4-549A2F7A94F9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40CFE5E-A932-4E00-9A22-DB816989DB90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9F6D7937-183D-446F-A40D-35B594F26D72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36ED1784-4316-4270-A924-30B7AD5E3BEE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21253FB5-1365-447F-B642-93B0DDE807DF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447AA0BC-E3B9-4B0F-B696-929AB14631DF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65B59244-6A66-42F1-B7CA-C4597E8268C2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876FDF8A-08F6-423C-BDF1-D4FF2F68CCD9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A0E0DBD2-CAFB-4095-852D-CEC8442D2E9F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51F94644-862A-481B-8238-C1CAD5236F9A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EAE1B82F-891A-49C8-AA5A-965B05B039C1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4683139F-58D2-4D2A-BB19-B98C4C757DCF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6152C028-2224-488D-BE0E-1588740DEA54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75358B6F-701D-4163-A29A-44F5778C1656}"/>
              </a:ext>
            </a:extLst>
          </p:cNvPr>
          <p:cNvSpPr>
            <a:spLocks noGrp="1"/>
          </p:cNvSpPr>
          <p:nvPr/>
        </p:nvSpPr>
        <p:spPr>
          <a:xfrm>
            <a:off x="8139199" y="16809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023690E3-5D44-449D-BFCB-334922703911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A1268AE-85BE-4371-956A-36D0608919EE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EDA4106F-4C21-4E03-908B-36F10FBC443F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0180754B-5558-4682-BDDA-EED346AD9B3C}"/>
              </a:ext>
            </a:extLst>
          </p:cNvPr>
          <p:cNvSpPr>
            <a:spLocks noGrp="1"/>
          </p:cNvSpPr>
          <p:nvPr/>
        </p:nvSpPr>
        <p:spPr>
          <a:xfrm>
            <a:off x="8056004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9015DEB4-0599-484E-9599-7C57194FBD3B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9F0569A9-4CE9-47CA-8AF1-F296A9191DF9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BEF1C70C-71A5-4659-9CB6-9EC9FCDA6311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3C30429C-2413-4803-8B37-F27C65BEE951}"/>
              </a:ext>
            </a:extLst>
          </p:cNvPr>
          <p:cNvSpPr>
            <a:spLocks noGrp="1"/>
          </p:cNvSpPr>
          <p:nvPr/>
        </p:nvSpPr>
        <p:spPr>
          <a:xfrm>
            <a:off x="81926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ED3E7E44-389B-4DC0-A9DF-F0F82C9EE9A5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5CA92BD6-1EFC-4D9A-8A57-4753C4C433E0}"/>
              </a:ext>
            </a:extLst>
          </p:cNvPr>
          <p:cNvSpPr>
            <a:spLocks noGrp="1"/>
          </p:cNvSpPr>
          <p:nvPr/>
        </p:nvSpPr>
        <p:spPr>
          <a:xfrm>
            <a:off x="8158137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543D06CA-84D3-4575-ABEC-48A0508DC5E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6D991DC3-FC88-4C9E-87CB-899D993F4970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5A72AA44-E592-4C69-BEEE-227375E88301}"/>
              </a:ext>
            </a:extLst>
          </p:cNvPr>
          <p:cNvSpPr>
            <a:spLocks noGrp="1"/>
          </p:cNvSpPr>
          <p:nvPr/>
        </p:nvSpPr>
        <p:spPr>
          <a:xfrm>
            <a:off x="8115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41EE4A79-65FB-457C-96C5-A7188ABD2912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011EDC4B-1EA6-41D3-92C0-A86271BB88BA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8A156F71-BC8F-4551-814E-683CD09823EB}"/>
              </a:ext>
            </a:extLst>
          </p:cNvPr>
          <p:cNvSpPr>
            <a:spLocks noGrp="1"/>
          </p:cNvSpPr>
          <p:nvPr/>
        </p:nvSpPr>
        <p:spPr>
          <a:xfrm>
            <a:off x="80737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5061BEE8-C27A-4022-8D6C-D5CCAD2D14F7}"/>
              </a:ext>
            </a:extLst>
          </p:cNvPr>
          <p:cNvSpPr>
            <a:spLocks noGrp="1"/>
          </p:cNvSpPr>
          <p:nvPr/>
        </p:nvSpPr>
        <p:spPr>
          <a:xfrm>
            <a:off x="8106798" y="25189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77C5F20-7E86-4BCE-B2DA-5FD6E959BC65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70FA8A0-AC77-470F-9129-C95B477506A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5DE9F2BB-F9B3-4279-874D-530BE7AA466E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C07EE619-A614-4337-8730-16A28CA8B96F}"/>
              </a:ext>
            </a:extLst>
          </p:cNvPr>
          <p:cNvSpPr>
            <a:spLocks noGrp="1"/>
          </p:cNvSpPr>
          <p:nvPr/>
        </p:nvSpPr>
        <p:spPr>
          <a:xfrm>
            <a:off x="809043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1ADADCD4-093D-4867-9818-E8B32C219154}"/>
              </a:ext>
            </a:extLst>
          </p:cNvPr>
          <p:cNvSpPr>
            <a:spLocks noGrp="1"/>
          </p:cNvSpPr>
          <p:nvPr/>
        </p:nvSpPr>
        <p:spPr>
          <a:xfrm>
            <a:off x="80612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3540D54-C0E9-4C71-B43E-CEEDD1E162B3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05726106-EAE0-40FA-9E30-2FB41BA13E61}"/>
              </a:ext>
            </a:extLst>
          </p:cNvPr>
          <p:cNvSpPr>
            <a:spLocks noGrp="1"/>
          </p:cNvSpPr>
          <p:nvPr/>
        </p:nvSpPr>
        <p:spPr>
          <a:xfrm>
            <a:off x="8191161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B7251FD8-43A7-442F-B47F-759D41FF9A39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D9F1E872-B73B-4BF8-9165-37B57AD2426D}"/>
              </a:ext>
            </a:extLst>
          </p:cNvPr>
          <p:cNvSpPr>
            <a:spLocks noGrp="1"/>
          </p:cNvSpPr>
          <p:nvPr/>
        </p:nvSpPr>
        <p:spPr>
          <a:xfrm>
            <a:off x="816932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B67CD299-4D1A-4F18-9004-D72936426E59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F6EAE2F2-6907-4601-9861-C4B63DAE1211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ABC28490-B68F-4BA9-8E96-53922C7EE909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494EB567-1871-4E01-94EC-FCA53B3E6C0A}"/>
              </a:ext>
            </a:extLst>
          </p:cNvPr>
          <p:cNvSpPr>
            <a:spLocks noGrp="1"/>
          </p:cNvSpPr>
          <p:nvPr/>
        </p:nvSpPr>
        <p:spPr>
          <a:xfrm>
            <a:off x="8169215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4D2DA1ED-303C-4748-B350-59B56D6D0E8A}"/>
              </a:ext>
            </a:extLst>
          </p:cNvPr>
          <p:cNvSpPr>
            <a:spLocks noGrp="1"/>
          </p:cNvSpPr>
          <p:nvPr/>
        </p:nvSpPr>
        <p:spPr>
          <a:xfrm>
            <a:off x="8062138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B8F7BB8A-6A1E-4D38-9C50-3E0063FAE78A}"/>
              </a:ext>
            </a:extLst>
          </p:cNvPr>
          <p:cNvSpPr>
            <a:spLocks noGrp="1"/>
          </p:cNvSpPr>
          <p:nvPr/>
        </p:nvSpPr>
        <p:spPr>
          <a:xfrm>
            <a:off x="8088180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7F1C9D22-4B61-46FA-B814-D4AE1F553B28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0201B87F-BCB1-49A6-BD94-90DD1DC7A15B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A9FD8C84-9337-4DAD-8DA3-5ADF90EFE2DD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E098DCB-2FE6-401D-8E84-F9C81B75A394}"/>
              </a:ext>
            </a:extLst>
          </p:cNvPr>
          <p:cNvSpPr>
            <a:spLocks noGrp="1"/>
          </p:cNvSpPr>
          <p:nvPr/>
        </p:nvSpPr>
        <p:spPr>
          <a:xfrm>
            <a:off x="8045193" y="253447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0DFD161A-F7EF-430E-A890-71D19D78C8EE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6E6E1C4E-2DEF-4D80-B134-2FEDE618876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E3F835CE-FECF-40B5-8832-F6E399221626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4B39E24A-D20E-4BE6-9336-2250239D4D94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74584252-4555-4D3D-A6F2-60F771EC92AB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83DDCC73-1A37-43C3-95D1-89EE0A9EB74B}"/>
              </a:ext>
            </a:extLst>
          </p:cNvPr>
          <p:cNvSpPr>
            <a:spLocks noGrp="1"/>
          </p:cNvSpPr>
          <p:nvPr/>
        </p:nvSpPr>
        <p:spPr>
          <a:xfrm>
            <a:off x="807286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7ABF6AA5-D1AB-403C-8570-6C7561D52099}"/>
              </a:ext>
            </a:extLst>
          </p:cNvPr>
          <p:cNvSpPr>
            <a:spLocks noGrp="1"/>
          </p:cNvSpPr>
          <p:nvPr/>
        </p:nvSpPr>
        <p:spPr>
          <a:xfrm>
            <a:off x="8116608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6330D587-FBCB-436B-88E9-9EBE82E7956E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E3C2DA6D-1286-4B23-9F78-7771899B93D3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5A85518-AC4C-4D34-860C-C421C53DD2D4}"/>
              </a:ext>
            </a:extLst>
          </p:cNvPr>
          <p:cNvSpPr>
            <a:spLocks noGrp="1"/>
          </p:cNvSpPr>
          <p:nvPr/>
        </p:nvSpPr>
        <p:spPr>
          <a:xfrm>
            <a:off x="8157509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334FC576-105C-4F04-BCA4-648210A49627}"/>
              </a:ext>
            </a:extLst>
          </p:cNvPr>
          <p:cNvSpPr>
            <a:spLocks noGrp="1"/>
          </p:cNvSpPr>
          <p:nvPr/>
        </p:nvSpPr>
        <p:spPr>
          <a:xfrm>
            <a:off x="8191604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D4E04BA7-125D-4C98-849B-BB1D5F0B61E3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C37DB90B-3132-4976-ADC6-5111CFAE3350}"/>
              </a:ext>
            </a:extLst>
          </p:cNvPr>
          <p:cNvSpPr>
            <a:spLocks noGrp="1"/>
          </p:cNvSpPr>
          <p:nvPr/>
        </p:nvSpPr>
        <p:spPr>
          <a:xfrm>
            <a:off x="8125272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57EA5465-ECBE-4ACE-869A-9E8550911706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30F772C5-BD3B-4962-A162-59C7909FC422}"/>
              </a:ext>
            </a:extLst>
          </p:cNvPr>
          <p:cNvSpPr>
            <a:spLocks noGrp="1"/>
          </p:cNvSpPr>
          <p:nvPr/>
        </p:nvSpPr>
        <p:spPr>
          <a:xfrm>
            <a:off x="8194259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C918B10F-B47B-4B55-81FA-E3CFE64A9FCF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77D2303B-A6AF-4F2F-903F-FB429C9A3095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E2D84A84-9154-4BC1-996D-411D5BBB931A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BDE6D9C3-D5D7-4DF6-9C3C-865FDFA65437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B06850A4-3852-45D2-8199-27E2B560AC80}"/>
              </a:ext>
            </a:extLst>
          </p:cNvPr>
          <p:cNvSpPr>
            <a:spLocks noGrp="1"/>
          </p:cNvSpPr>
          <p:nvPr/>
        </p:nvSpPr>
        <p:spPr>
          <a:xfrm>
            <a:off x="8128671" y="1730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7C9FC6B3-1751-44AC-9F99-39586B656820}"/>
              </a:ext>
            </a:extLst>
          </p:cNvPr>
          <p:cNvSpPr>
            <a:spLocks noGrp="1"/>
          </p:cNvSpPr>
          <p:nvPr/>
        </p:nvSpPr>
        <p:spPr>
          <a:xfrm>
            <a:off x="817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508C83CD-05D6-4F5A-B1A0-DAB93E413CBD}"/>
              </a:ext>
            </a:extLst>
          </p:cNvPr>
          <p:cNvSpPr>
            <a:spLocks noGrp="1"/>
          </p:cNvSpPr>
          <p:nvPr/>
        </p:nvSpPr>
        <p:spPr>
          <a:xfrm>
            <a:off x="815780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3A01982B-A94F-46A1-A9C6-7E2A607A9E3F}"/>
              </a:ext>
            </a:extLst>
          </p:cNvPr>
          <p:cNvSpPr>
            <a:spLocks noGrp="1"/>
          </p:cNvSpPr>
          <p:nvPr/>
        </p:nvSpPr>
        <p:spPr>
          <a:xfrm>
            <a:off x="80706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9FECB159-36D8-4A50-8A43-09D0DC8B8973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F3BF2C10-30E9-4062-8F68-6F62CAA0E126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624282D7-50AF-4D18-9434-DE8538A7EF7F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3F120F0E-AF74-4B22-AAA0-8EF9529780A7}"/>
              </a:ext>
            </a:extLst>
          </p:cNvPr>
          <p:cNvSpPr>
            <a:spLocks noGrp="1"/>
          </p:cNvSpPr>
          <p:nvPr/>
        </p:nvSpPr>
        <p:spPr>
          <a:xfrm>
            <a:off x="812759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23023881-5B9F-4565-AF5A-FF1676EABDBD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38A9393C-B9A8-471D-BAC1-A9B521C07A98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7EAD2189-AF05-4A64-9DDB-31AA8F45984E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18C3752E-1767-4EBB-AC40-9998E2A208B4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A3E02422-BDF1-4419-A5F5-70B386BB24F2}"/>
              </a:ext>
            </a:extLst>
          </p:cNvPr>
          <p:cNvSpPr>
            <a:spLocks noGrp="1"/>
          </p:cNvSpPr>
          <p:nvPr/>
        </p:nvSpPr>
        <p:spPr>
          <a:xfrm>
            <a:off x="8103313" y="15731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4310FA6C-3441-43F8-964F-0B64572EF130}"/>
              </a:ext>
            </a:extLst>
          </p:cNvPr>
          <p:cNvSpPr>
            <a:spLocks noGrp="1"/>
          </p:cNvSpPr>
          <p:nvPr/>
        </p:nvSpPr>
        <p:spPr>
          <a:xfrm>
            <a:off x="80449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79273805-1EEE-4252-A221-CB03DB94DA54}"/>
              </a:ext>
            </a:extLst>
          </p:cNvPr>
          <p:cNvSpPr>
            <a:spLocks noGrp="1"/>
          </p:cNvSpPr>
          <p:nvPr/>
        </p:nvSpPr>
        <p:spPr>
          <a:xfrm>
            <a:off x="820339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C096D94C-DFC6-493E-9DC3-D9250A052BBA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811406A5-019D-450D-BCEA-1C1F54BED5F7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85A98090-E629-4EC2-9C8B-5492C42C4C5B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4E108F2E-464B-48B1-8508-3A4EAE791D73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4D414B2C-4F26-4630-99A3-D1B2D37C536F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0B81E622-B36E-4610-845C-2C9D12ABFEB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6440BBC9-512E-41C6-8767-5E34100C2F5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A5ED6D8-D05B-458F-A61E-84576BDA28B6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8168FD6A-0B76-40A2-9E6C-E21F76201A98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225C8AE5-15F8-4167-A580-8CCA0994B5C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1943FC23-0A72-4E50-9CD4-35462C5A5BA5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A53482BC-D94B-49EE-8522-7C6262589FBA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BB9698F2-639F-4B61-A35A-C1845CB7BF73}"/>
              </a:ext>
            </a:extLst>
          </p:cNvPr>
          <p:cNvSpPr>
            <a:spLocks noGrp="1"/>
          </p:cNvSpPr>
          <p:nvPr/>
        </p:nvSpPr>
        <p:spPr>
          <a:xfrm>
            <a:off x="819713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5609A024-FC95-413B-B0CE-0A9C18A366C1}"/>
              </a:ext>
            </a:extLst>
          </p:cNvPr>
          <p:cNvSpPr>
            <a:spLocks noGrp="1"/>
          </p:cNvSpPr>
          <p:nvPr/>
        </p:nvSpPr>
        <p:spPr>
          <a:xfrm>
            <a:off x="8104126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BB426C46-5571-4746-A7ED-0F36A52AC501}"/>
              </a:ext>
            </a:extLst>
          </p:cNvPr>
          <p:cNvSpPr>
            <a:spLocks noGrp="1"/>
          </p:cNvSpPr>
          <p:nvPr/>
        </p:nvSpPr>
        <p:spPr>
          <a:xfrm>
            <a:off x="8085568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B1A9F3DD-CF32-4119-B274-190F13EB1980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2EA4E677-8A3A-4969-892B-FF7DFADD8E97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B10F0171-1539-4396-9D4E-F6F6CC0E4269}"/>
              </a:ext>
            </a:extLst>
          </p:cNvPr>
          <p:cNvSpPr>
            <a:spLocks noGrp="1"/>
          </p:cNvSpPr>
          <p:nvPr/>
        </p:nvSpPr>
        <p:spPr>
          <a:xfrm>
            <a:off x="8123597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595109B1-5DE7-4B4B-BD8C-2FABA1B7E3F8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6001150C-91A5-410E-A7C0-77B989E2069F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83D5DD51-B616-41DC-A370-0C8F7512DA38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1048AFAB-EEF6-4609-89EB-646ECEC00DD1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53BD9E16-BA35-44F4-A41E-B920EDC7BB70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6EEAEB4-8DC9-4311-B523-878840666FF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9B1C4BA-308A-48B1-90FB-F922DCEB5BE5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664CEF3-46DF-45E2-B2A4-831D71C59F80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22652F12-F8F3-42BB-B525-0E1CA0F31A5A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CB739157-E86C-43B3-A93B-482756C4320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CF18DCCE-5E12-49B3-A793-D0D7F497507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4ECA9068-61F4-4E45-897E-ECCAF1CDECA0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8A7BA4A9-978B-4CB6-B83F-40DC75AFA346}"/>
              </a:ext>
            </a:extLst>
          </p:cNvPr>
          <p:cNvSpPr>
            <a:spLocks noGrp="1"/>
          </p:cNvSpPr>
          <p:nvPr/>
        </p:nvSpPr>
        <p:spPr>
          <a:xfrm>
            <a:off x="7652359" y="1617277"/>
            <a:ext cx="191" cy="254336"/>
          </a:xfrm>
          <a:custGeom>
            <a:avLst/>
            <a:gdLst/>
            <a:ahLst/>
            <a:cxnLst/>
            <a:rect l="0" t="0" r="0" b="0"/>
            <a:pathLst>
              <a:path w="191" h="254336">
                <a:moveTo>
                  <a:pt x="0" y="2543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B552AF8E-7D92-4F68-8442-320E6E8026AC}"/>
              </a:ext>
            </a:extLst>
          </p:cNvPr>
          <p:cNvSpPr>
            <a:spLocks noGrp="1"/>
          </p:cNvSpPr>
          <p:nvPr/>
        </p:nvSpPr>
        <p:spPr>
          <a:xfrm>
            <a:off x="7594032" y="187161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CF04A44A-554C-446C-8E50-94ED23ACC48F}"/>
              </a:ext>
            </a:extLst>
          </p:cNvPr>
          <p:cNvSpPr>
            <a:spLocks noGrp="1"/>
          </p:cNvSpPr>
          <p:nvPr/>
        </p:nvSpPr>
        <p:spPr>
          <a:xfrm>
            <a:off x="7594032" y="161727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5CB13F15-4B42-47EC-83E2-BF4989C9ED22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B51DB917-69DF-4727-ADDD-518DA5B2D396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86502BEE-4709-41A7-B889-5D422D1DF21C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DE253AE6-F493-4AF2-AE24-CED1AF27E173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6BA65188-CEEA-4038-B43C-1E543F15D720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26623C98-2C5A-4660-A2C2-941F7A281B6F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DB49EED6-D7EC-41F7-9EB1-90758BFA26D8}"/>
              </a:ext>
            </a:extLst>
          </p:cNvPr>
          <p:cNvSpPr>
            <a:spLocks noGrp="1"/>
          </p:cNvSpPr>
          <p:nvPr/>
        </p:nvSpPr>
        <p:spPr>
          <a:xfrm>
            <a:off x="7896268" y="1771974"/>
            <a:ext cx="191" cy="244961"/>
          </a:xfrm>
          <a:custGeom>
            <a:avLst/>
            <a:gdLst/>
            <a:ahLst/>
            <a:cxnLst/>
            <a:rect l="0" t="0" r="0" b="0"/>
            <a:pathLst>
              <a:path w="191" h="244961">
                <a:moveTo>
                  <a:pt x="0" y="24496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5E1CCF5-DFCA-441B-B513-1D9927462621}"/>
              </a:ext>
            </a:extLst>
          </p:cNvPr>
          <p:cNvSpPr>
            <a:spLocks noGrp="1"/>
          </p:cNvSpPr>
          <p:nvPr/>
        </p:nvSpPr>
        <p:spPr>
          <a:xfrm>
            <a:off x="7837942" y="20169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A4DA36C-87CE-4A04-96FB-6D2541363A5B}"/>
              </a:ext>
            </a:extLst>
          </p:cNvPr>
          <p:cNvSpPr>
            <a:spLocks noGrp="1"/>
          </p:cNvSpPr>
          <p:nvPr/>
        </p:nvSpPr>
        <p:spPr>
          <a:xfrm>
            <a:off x="7837942" y="17719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37A80F3D-C570-47B1-91FB-5136B822CF0F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5DB7D497-50AB-4D01-B45C-869AF0F9CB47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B84C1721-B355-445B-A825-C79D4BBF7BE1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B47B5FCF-8AB3-4A7A-A7EC-F67BCACB90DD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4B485A45-DCDF-4872-B284-D3693384EBB7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F3D0BD-E029-484C-A4BB-D2AD2AA51A33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D777A0B0-00FD-4385-82A2-8A33D01DE41F}"/>
              </a:ext>
            </a:extLst>
          </p:cNvPr>
          <p:cNvSpPr>
            <a:spLocks noGrp="1"/>
          </p:cNvSpPr>
          <p:nvPr/>
        </p:nvSpPr>
        <p:spPr>
          <a:xfrm>
            <a:off x="8140177" y="2076664"/>
            <a:ext cx="191" cy="229088"/>
          </a:xfrm>
          <a:custGeom>
            <a:avLst/>
            <a:gdLst/>
            <a:ahLst/>
            <a:cxnLst/>
            <a:rect l="0" t="0" r="0" b="0"/>
            <a:pathLst>
              <a:path w="191" h="229088">
                <a:moveTo>
                  <a:pt x="0" y="22908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42651EEE-5449-4E54-96C7-A97C2B749EFD}"/>
              </a:ext>
            </a:extLst>
          </p:cNvPr>
          <p:cNvSpPr>
            <a:spLocks noGrp="1"/>
          </p:cNvSpPr>
          <p:nvPr/>
        </p:nvSpPr>
        <p:spPr>
          <a:xfrm>
            <a:off x="8081851" y="230575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4AC06683-D54E-49BA-84BF-FCA0AB7AA463}"/>
              </a:ext>
            </a:extLst>
          </p:cNvPr>
          <p:cNvSpPr>
            <a:spLocks noGrp="1"/>
          </p:cNvSpPr>
          <p:nvPr/>
        </p:nvSpPr>
        <p:spPr>
          <a:xfrm>
            <a:off x="8081851" y="207666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565F6040-3CC1-4E27-BE7F-158FFD705A2A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B997FBEE-41BF-496A-A669-441029E39DE4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A2D13676-1D8B-4FF2-8A33-3714E3581A05}"/>
              </a:ext>
            </a:extLst>
          </p:cNvPr>
          <p:cNvSpPr>
            <a:spLocks noGrp="1"/>
          </p:cNvSpPr>
          <p:nvPr/>
        </p:nvSpPr>
        <p:spPr>
          <a:xfrm>
            <a:off x="7561158" y="17434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4A0B16ED-6D69-4C71-86BA-24F69C95E8A3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99211004-3D38-4FD0-A055-37589CC6FF4B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A2E2B62A-746F-4C51-A6C7-FFE4310823F2}"/>
              </a:ext>
            </a:extLst>
          </p:cNvPr>
          <p:cNvSpPr>
            <a:spLocks noGrp="1"/>
          </p:cNvSpPr>
          <p:nvPr/>
        </p:nvSpPr>
        <p:spPr>
          <a:xfrm>
            <a:off x="7805067" y="189648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E496AD1F-4FE7-479C-8B02-C9326051F770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A8CC2BB9-B60B-428D-B132-1BB102DF047F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55AAA04-1804-4744-835E-820FAFBBA12F}"/>
              </a:ext>
            </a:extLst>
          </p:cNvPr>
          <p:cNvSpPr>
            <a:spLocks noGrp="1"/>
          </p:cNvSpPr>
          <p:nvPr/>
        </p:nvSpPr>
        <p:spPr>
          <a:xfrm>
            <a:off x="8048976" y="21952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EAD5C151-AF76-4E58-B18D-9D5B72E3BF8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F872281A-BF51-4ED9-A4D0-C8D9AA5C3BE9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395AD0A-2E54-43A5-8058-DC97955D5CA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121974F4-24CF-477F-83E9-BD8B70F321EC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41695C8-7428-43C8-ADF5-8897333E5189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E0B32B51-F52E-404C-B7C3-947736B3ABE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7F64B7BE-314C-4FB4-95D3-C496DF99826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5AFD2CBA-2C46-4339-87A9-E7D152945A34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A872F709-DD35-4848-94CE-A3A1E391EA42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C965C392-F37B-4974-8A50-C503E4DCD663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77DA0786-E49C-41AB-B697-976937A6C6A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DD7895E-D7D0-4887-A4FE-B7196A906E7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EF1BD87C-E0AB-4432-9666-D19450AB4946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C32CAD82-9D24-4DEF-A7F7-F432FBEA9B80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75A8F05C-01C8-45F2-B964-D43FA0EC7F2E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7FF27483-41B7-4101-A1A4-FE1E2904DFE6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EB5DA098-C80F-4DFD-81C6-3FAA677F7BA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5F2B96DB-3F11-4CE4-9DB3-B79A0C7BBAC2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46ED3A43-EE0F-4238-93A2-D4A387A4399D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B14CC9A3-C3A9-499E-B930-7242EB60D5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997745E4-69FE-49CA-8BB8-7FA5AE6B929E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04F74B7B-F972-487F-8B85-D1C1639A216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D08C3B4D-FB67-4211-94C6-4957FED5ED29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69F62E0B-2166-41B6-97B4-37F68F07AFFA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A2335997-30CA-4CA3-BF6C-F35EBD1E5CA6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889714CC-18A2-4ECC-92F0-242A1CAE45F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942BA1AE-2CFA-4D15-BDD9-12E79205033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5E00671F-D8C7-428F-9665-5FC3E3F243F2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C9B4116E-FC2A-43E1-B90D-86668158D643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6233EAE2-207A-4A1F-94A0-9B00969899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80215F42-117A-4E69-97D5-DB488A9123F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56170350-A0BA-4382-879C-6132F6F8C1C3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139300DB-4DED-4B7E-B05E-43D38DE70BEC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EC95D3F7-FEC2-4DFC-9A66-AC9801A66779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81725889-1AFA-4389-8103-5D27CFD0B69B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66C6325E-1F5B-45D9-B475-72131CA209F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205A4462-58CB-4179-AD5C-31241B256172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C394C283-D0E9-4D0B-869D-F88F606FA9D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4ACCAA95-757A-4B68-9D20-B591D18CC8D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6364E02F-5658-46C4-ACDE-938EE4E2D9A0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2AE5862-046E-4617-8CB2-7FF4180DCFC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E3B999D7-326A-461F-9FF2-18D621A556E7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A1F28D1E-3FE5-4BB8-B07F-E7DB7B59D295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8366AFF-E1B2-4250-B42F-023C659CDE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76003CEF-2DDA-4796-B104-031B6AB44B1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79DF69D3-5A96-4A00-A8BC-2FB2D801B0DE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C40D89E5-F05E-4283-BF63-D815CCF50D55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9D28CF18-1D34-4C11-A2A1-10FC5D22C85E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7C5C30A4-831E-49A8-AB99-7FCE70B3D1C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F1344E30-9C2A-4C72-80FA-3A6B2E2AF876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8CB34E86-2C0B-49CD-9A7A-938000A6099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43D80AE2-B7C7-4C67-9F3A-0080CF840546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F1F28D4B-B866-4C8E-B937-B4F1E56803E0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870160A5-229A-4D45-81C4-DAE210933A62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700DA5AA-C6FF-4452-917C-FA9B0D8E6F1B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78B41E16-7EAA-42A6-BACB-633FB359B6A2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534A697D-E220-4D70-8FC5-60676ACF6920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BF8FBF2E-7EC0-4819-92EB-A46A25836158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2D9CC854-8E71-4788-863C-6CB6E8EF6911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1BEFF6E4-737F-40C3-AA80-EB207B4172DA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FFF834CD-3171-4851-8F16-2FDA1C2DD781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7A9E9219-C872-4240-A720-08DB8AD1AA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A7D48B86-58B9-4AAD-8B52-BC9F3345E82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63C55E1C-3104-4549-AE37-E4522B3282F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38B57B90-4A81-4C12-B769-C6B7499D71A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A1BDD434-04AC-480D-9A37-3D667C1B6D8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9146F324-3CAC-4642-A139-2816E9CD787E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FD3A136-3866-43B4-8C46-C6C2089A6F2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D4D433C4-610E-4CBB-8A7D-C1954E1B099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AA50F850-948A-428E-983F-4DD47E7A09EA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AAF71CEE-0B89-4E96-B4FB-89908C9ECF6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234F92AE-8566-405F-9BD6-C41E73235F02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1BC4063F-99E9-4C33-B113-D9A01C49AD9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478F925B-A2D0-4311-9394-5DA8048C38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8B80A6C6-BBA6-4AC1-BAD6-A9F2C3EB33EB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3366C540-84A5-48B6-8E8C-A2638D12B4B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E752F5E0-585F-478A-AE0F-B6C5823FE6C9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D20E9631-F0A7-4D7F-BBC8-108B5C07F756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38EF6A39-BD82-4D53-93BC-84A38A099AFE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FC995C74-6D53-4372-9F88-93658C3DCC8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3EAA069B-440D-45FD-8B30-00D8200C72A8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E5CBA07C-08E3-4B08-ADB3-04EAF4BA6ECE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F7CDCDBD-C972-42FB-BF03-757CED50485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06C2A807-A5A5-49F1-9BC9-1B11FE9E1855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7D9049D-2617-4244-B6F1-43CD9FA62E0A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A759D772-9D87-4216-A48C-8579617243EC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6D1C4AE9-1861-4465-9B28-48464C88A46A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6213166F-AE91-4B26-83E8-1AA03BBDFC89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4CCF53A5-BAF0-4372-B6FF-3DD56B8048B5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EF711CF7-0575-4792-9EEB-2A3A9A903E6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2BBAA977-6115-48B6-B47F-3B75B8F503F1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BF42D8D9-6DFC-484D-9DEC-2B1E57225964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7DFC2B04-89E9-4015-BCAF-96A672BDC184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F7F16D9E-6E1D-4D02-B329-F2E4FC93A43A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202FF402-288A-4507-85A9-1B4B66E2423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B7B4598F-F495-4C2A-93E3-B1BFB2186AC6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C0EA5E8D-5FB8-4C4F-8640-844D85CF84F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2557625A-B890-49AB-B536-A91F8F0F3E3A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C1CF8659-A3DC-453D-9323-6AEB587E6280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6E0F624D-0CF9-46B6-9867-FE633540339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7DD0E55A-0045-4BC7-AC2C-8CAE3CB55008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A77A6BDA-46D3-45C6-A283-6961E237A78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A5B11816-CF81-44A4-99AF-E5A9C0BCCE8B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F4953AD6-9E3C-4FE0-9DB9-0616014E1AED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B1AECC6D-67D6-4B54-8F81-72E11A6BF182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66819D46-5B5D-4D2A-B4A9-FAD818D5D546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87F6F474-ECA7-4F78-BE36-96CA341BEC8A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D2B1E83A-076B-4C40-A59B-51E5A78D0469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48347E86-AE96-4B1B-AF4A-FF13A410A255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1D6B2E54-34C0-4FAC-9712-0C3DEB52604E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14AEA5AF-F406-4045-95D4-47E0E9AC5EFA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F3AC0E04-9B14-4C6D-B6AE-BF7C115DE1BC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950EB2E5-5139-446C-B75E-415E6D62F371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9A4D82A9-469C-4EC4-8B47-538F65107104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F212C6CE-383A-4272-A1D6-F2704A0FD50E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FEE0875D-5EAD-4BB2-B595-EC02D0772B6A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42CF52C-776C-4BA9-8F5F-B40004468848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96318746-98C7-4DAB-9963-43ECDCDA18A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EE568032-8E0F-4259-9E47-BDC311137902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E0ED5EB7-DA01-4DA9-8794-5ED35A5022F5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708CDB75-B43F-4EF2-914B-BC3C779A822A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A8AB75F7-FE79-474B-8837-C51BFD2234C1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FE4FF23F-60FA-4824-80F5-87FA79503FA6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6330CC89-BA88-46BE-A537-2AA15DE687E3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53A9798B-B765-4D86-9B04-96695B661192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6DDFADD1-64AB-4FB8-A9FD-ACEA82CB3B4F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4369B84F-ED32-47A6-8EBE-4334CDF58DD0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7848BE86-BF5E-4C46-A42F-7F36FEFF30E5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65CE66A-717C-4182-AEDC-40F993D2BF84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EFC6AB4F-3578-4F01-A897-606A1E676EEE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31BB6ED-7B44-4075-8C85-3ED7D4AB2BE2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02E8EF37-9588-4EF3-B403-DEA3CEAE9113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26B4B600-9C52-4429-8A17-036FB5AC005A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8A1DD1F6-60C3-472C-8092-FB8D06B82EAB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A010C5B0-A251-4775-99EE-1A0C31F5A8C2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462BE8B1-347A-43A7-9187-42D04DAB009F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BE960AD3-F23C-4C8C-BDE1-738A4C79E8EC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911ECEDE-103E-48A4-B2A7-E1D64A9FAD2A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3BB19863-6649-4EAF-A3FA-840F74CE1DB2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7BAA522B-3873-405A-99FB-04F06C72478B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E6A3FDA0-602C-4F67-A474-C8312D503079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B3FCD7CF-B8B4-4193-8469-E0C41D6E0A74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EA67F466-D750-4498-A434-36EBE89902B4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F5F7F5D2-EEC4-4B3D-8F2B-5B9F5FCB034F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BBC095E9-3E2B-406D-8B7C-2E16D342E20C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4DE36557-98F3-4AA5-A7D6-7C4183755717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9309AD61-4BFD-4720-AFB7-E1772A86BDA7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FE34FEE0-024E-4973-83F1-E44E2C2D8EEF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78238F1E-91C3-4643-835E-A1DED9C884F2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6C1C576B-9905-4E28-AC2A-5D400CA53DC5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A70E7C60-AFB1-4C79-B659-5C4A4E18D528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B2FC2BA1-2579-43D5-BFEC-D96516EEAB6C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6E473A89-3CF7-40A1-B5BD-8CEC43ECB85B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E49F961C-4135-42C4-902E-F740E8F71B50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AAA39E53-02A6-4E82-B5B1-BCAE5CDE5C43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3521AAFA-F4A4-4A10-AED5-EA010DA4411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F709F9A9-32DB-41E2-9F4C-4996227EE272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2071F6D3-CAB7-4C07-A56D-85F1ED8428FA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ABDEE391-C399-412C-891B-60FF90A1051C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9E994A-C4A7-454E-B815-B833E9970328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9D85E0D7-B384-4B83-ADE6-09295070102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29D84F9-FB9E-47D0-B641-47C3EF10E226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432DE81-BD46-4C5D-995C-D21C23F0624E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9E1BDF53-6609-4A6F-85CD-DF40FCB42927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F91FB17A-C0D1-4D2D-B4B3-0AD318E58D4F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3EE16E94-8666-4D05-8743-479938712B6A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670485CE-D1F4-41AC-BAB4-EC34778AE617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60F38EF4-18A5-4103-94F7-B028D7C4A37C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098F2464-EF23-4F6B-A431-D0E8D28179B2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240C98CD-163F-469F-B5FB-9D954A7AB7F6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C938F2CD-C866-43D7-9A71-44FC2AB7776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B8A6655D-E68D-4087-A768-0BA02DBC81DC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9C6DB7DC-9A2B-4BCD-A9E1-7B2A43AFCDDE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CAC74D5F-F350-42D1-8961-E0BCE50BE078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E121E3B7-8E38-4B42-AC6F-44F09F41BA7D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9B43AA1D-0B35-4B7A-8E88-847A15C14717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FAF9C8EB-27C5-4D5B-A5B1-14C0096FF27F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92DE3F2C-B7FE-49D9-A8E6-B4D7387E4823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7C17B049-6358-4932-AB70-4C4C9195B703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3B01BA4A-91A2-4AFD-89D4-5D4EBB8BF21D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D88A89C0-A1C2-400E-BF55-AA5C802CE340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10D3BDFA-AC96-4932-A1BF-4DED132672D2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4EE1203F-F20C-42C9-946D-8911D1A50318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CC978D80-3F65-4F55-BE17-ECD2128C0B46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3773234B-1E4B-41F1-BB08-6B1469669B1F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22ADA744-E431-4553-B698-7B1381E03975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D7A17749-0B29-475B-A4A9-55FB7A75EA38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5CF370-DD66-4E45-940D-DF9C0E3B1C0F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A6EBC53A-B62D-4EBB-839A-76B71AB7DB3E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4A45E0E-38D8-48C8-A8F1-FF194BEE3755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5498A7E7-AE48-4D6C-9A7A-1A611FBC1A27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D1ACFB7B-652E-4AC4-86F3-92312D07D8E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625F11F8-C3A9-43A2-AD37-AD4017FF65B6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992D88E-47F8-4073-99D2-E3D605347A9E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82904013-42EE-4CDB-B0B0-C083BAEB1D08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4D27CBA6-A767-4664-B524-CEA3DD278161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1C12730D-D8A8-4692-83D0-35BE17B2F52A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EB1832E9-F697-4A17-9CD1-01F6E8B0D7F4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B25C60D0-50DC-4EA1-A6A9-470C5A5FFAE6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4BB0A34F-F7BD-4131-BE89-0A7378899098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9E381D3F-3742-493D-AD33-476DC6A95001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6C7ECC9B-2177-42B8-B049-856329E90D2F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2BEAD992-57DE-45EC-B2C6-8AB8CA0217FA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DD45B13F-2D9A-465E-A4D8-13E5D7339427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524D4880-CF87-44C8-BEEF-BD95B484A43F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AC88F71C-3486-4DB7-9FD8-4501B72B4602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1AB301D8-E78B-44D1-AAC6-1149D8238DA9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30E51FBA-51A7-4518-ACE5-37C8B43A0853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4F96FDC6-2CDE-451F-802B-091A2E5DD426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E33CCEE5-A9B6-4CDB-A877-6B77E23834FB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09BC2620-7097-49F9-8F12-B67AF959A241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BF788F3C-B43E-488C-9672-BA41891C4305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DC6F6020-E23B-4CC1-BC59-1E3DDBA4595E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1478B522-0D20-4897-AE55-AA5C7C6E883E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2663435F-684B-4FEC-87ED-BE3EEF8BBCD2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011166A9-5BD0-4BB9-BF28-377F961B72E2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12687EC1-2513-4E2E-9D7A-A84BE90EE7DF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1D4FB245-BE62-4925-9DD7-77F92D2291F0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B66C80E-5D25-4AF6-B6DA-68DE687EBA38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C8C9E4C9-ED4E-419D-A6E5-00252DE34D6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E56BA7EF-CFBE-4829-9B3D-8B25989740FB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4B1EAA07-0472-4EA6-975A-BFDBD921E67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F6172836-E77E-4231-9C76-D8248BBE4E7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74B5047A-9924-4DFD-93F9-C05FFFAC3139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E9144B9F-5B39-4565-B281-62756793A7B1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675AF82E-EA77-43C8-AEAE-2C078200E27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D184953F-245B-4BFB-9393-49149714094B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039AEC62-82B1-42CC-98EC-286A88A76EA4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CF22D1C8-185A-4230-896C-A7A7B6C99368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DCC08CC-4A71-4535-888C-55818565DAEB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B517326A-AD81-4D35-AA3F-A775A97A3065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9E580135-1201-4EB5-863D-F78CFB1F4174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88420E25-9085-4D6B-8DDD-6E66148E86F1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A354498D-94B7-4736-A02B-50C37525ECE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2F959302-6115-4439-B0E0-3D14BECE34C1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F50FF5A5-CC9F-4AB7-84A3-077220CE7995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8E0D4BF4-34B1-48DE-8FCA-701A005B70CE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ABCFDED3-8580-4173-80E0-8D90D400E328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178E8085-148F-484C-B22F-5108772420E5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DB06D328-D310-4CA5-A8BB-10D9B17CA653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B294E679-60F6-4814-A39A-0C6E3536E7CC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6CBCF3D0-DDE5-4AA9-9AD6-03ECC8F5E088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2A5A2344-E6F0-40E3-9E57-575A1874B054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C11C074-6688-4B34-9920-C06EB1471172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4054C957-6BFE-47E7-93EB-B68C12FA96E7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FB25456A-3CD8-4A19-9C68-C171DF73839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764E638C-ED67-4F3D-8A35-E134AAADAABD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789388AC-17BB-4F34-B958-02C65C18B4FF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B0468E0E-6E29-4C50-A9C7-8F327683132C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90D8157E-F8BE-4ED4-AA36-13C92F8463A8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293FE6E9-F564-4EBA-8E78-36B3D4451430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2EEB2F81-D125-40AC-9952-564453822E8E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EC1CC356-6336-49AF-ACBA-E35A2F5E692D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E08835D7-9D58-40B9-8BDF-1396ED5D1237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F1C38DE1-92E1-479E-AFE8-021DEA00DC2A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4C7CFF78-BFE3-4460-A00E-5C9767C26615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C81F6B2-1D58-4127-A372-50CCCB5FB82F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E507FCF2-C013-4A4E-B133-651CFCA5D0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170BC74F-E90E-4CE9-BA76-2205B43FAA10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1D404424-7043-40EB-8C89-5F738EAEE234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D8F1DB3A-6529-4281-8520-9D7AD38A5FA7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7AA4B5A1-1DE4-43E8-A8F8-90FDDCA2BC5B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DD2693BF-1C8C-434E-8CAD-3BF804C3555C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1AD2AEF4-D33A-454E-B6E3-01CF7ADC24CD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D2F097EF-838F-44BB-AD88-E415D2C78578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E1410C8-40A6-4455-816B-6D6B958951A5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1614E38B-2873-4277-8333-7E04EA9018DA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7CEE4927-4330-4539-A9F5-28118A56B03B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964A0540-2AAF-4260-88F0-B9BDE55783D1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1DE5DC32-FB4D-49D1-9136-D298C61A2E88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EF81C90-4CC4-4426-9966-E4FC0D67147E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F8B2D5E5-F381-4354-A21C-8E05D2E05367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50030743-83E0-42EB-9BC4-2A1A69B260D3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DE433344-9E50-4B64-9EA3-BAB343B2E98A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D8F1EEF5-EA5E-4710-A084-36994D0B93BF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CC8A29C0-3F18-4ECE-8A4D-EFC31F477914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605DDE68-ED14-46F9-ADA4-4E4084DE1727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14A27D61-0F0D-4FD3-8C81-657D416B0E68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7EB235F6-6287-43D1-B783-B58F99161FD3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B2F2427F-2E35-427D-82ED-E96F30408FD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702B03E8-44F0-403C-8C0D-1DAC9216E894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B9CE270A-75F6-4E3D-A00C-CDF147ADDC4D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D6BE6E4B-0D52-43E2-951A-D6E474786ECE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F0D737B1-026F-4396-A424-16AB781F6E49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BCE7E415-10E9-48CF-A764-1FB51B014FBE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70A06E8A-BC00-4449-870A-401CD7E1986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8ADDFDEB-BFA5-443E-B956-CB72B1B6FF74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C6018C93-5F13-460C-9B21-25B39008E948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F5155495-9C4D-4BAE-BD65-961D6852D5C9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6F8B2506-6C89-4ADD-A6BB-063641DAB2F2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21A6F503-DE45-4E3A-8393-657D37BD218B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16B69B0C-591E-4F05-85BF-C6FCD1A691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B2B8DB6D-7697-453B-B9E6-9B6118A46F7F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DC3DA580-FB0D-4A38-98B2-05E4AF6EA15E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0AA6594-9355-4185-81CC-7972DE30FF7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84FE0DCC-D05B-4A33-B1D4-E138CF2BB0FA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8E92AFF4-4D1A-4DE4-95B4-4DD57D190B1B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9E42C17-FC3A-4EED-BF90-E1B729C82C66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7D4CA377-F283-4E75-86C1-CD34517DB3E5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7A4875F4-EA59-4563-8C26-E5F00FA89068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E760BFB1-4256-401A-B9BC-784BE6A4EA21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239E273F-561A-4C40-8202-88772C031711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F4BF2A79-6A31-4CF4-ACD5-08E2F9876E05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5A884EFC-8253-4285-AC48-7B125BDAE276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EB5DDA65-C054-43AD-B15F-9425203A053C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EE305A7F-AA07-4AC2-9F84-6F165863BEBD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ED811996-9692-4F71-AA76-7BE3D10734A7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3D0B0BC6-E3AD-420A-8BB0-1B0AD36D4CA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D80A98D9-19CA-4F38-ABCB-A497D0826CFA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A36DCED3-F8EA-42C8-8FAC-9BE79436B9FA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D3A05089-DAD9-4627-99BE-C212DD8537AF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7F67984D-54FA-4C9F-8337-A4571995CFCC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88EA4A61-0204-4478-9FD8-A329DD17D7AB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D9C48CA7-37A0-4AB0-8958-FA4C244FF493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AB6DD7FF-AF3F-4969-A68C-54DE27464294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28EE86E3-E3C5-453A-943D-E640F2EC9CA1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69BF3AC9-558A-478B-9214-C2A12580C194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C648D650-C4B2-416E-A634-0F08CD1A2623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4B27AB-32FB-4D56-A87F-F64C99EF759C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048E91CF-5D60-46BE-B4C2-E6436BF56FA3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4479E3F7-023B-4DD2-95D2-D6246C177251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BC4A650-AD0B-4DF6-89D6-8EFCF56889F7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89BF99A4-0EC9-4A07-9074-5EAADE24F594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097C323-BDD4-49C0-A367-72C1061A01F7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DE04CDFF-A3AE-4D53-AAEC-078EF60F5F1D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4C0A9DBA-F134-4541-934E-94C46B87B3D6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0090ED4D-858E-4EB6-83E3-DA67B2C0D044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CE7D4173-C417-45BF-970E-E1A595038792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821B074-4F1C-4D57-9543-9F630C96BEEC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426FD05-3E01-4D8B-B661-09B2368280F8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C68E3594-02C1-4B01-ABED-2CD60010B2E1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B27F626C-96A9-42F9-9D8C-0FC51CAB18B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CABA2338-5B15-47C7-A1D4-00FDA3DF10E6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ABE10640-7210-47CF-A3EF-16C028179860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35F006D6-E88D-4689-8775-C92CDE9737CB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D8C32C6E-4708-44CD-AFAB-188DB27AFFE5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A8DC75F4-B0BD-4E26-B648-8D8327DFD588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EAF74ACA-FBE8-4156-87A2-33309F936957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0665D582-AC6B-4567-B0CF-68A341ABDB9F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F128D7DA-720B-408C-9508-4CDC768E9E30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5B9E871C-97FA-4A7E-9B7D-1A15E5188C74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7C64987A-5764-4C34-B152-8368A49E22B3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C59D23ED-20E3-414A-B509-58469E813F11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FB49C430-61EA-4D5B-A4BE-B2BD129C107F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EDCC6991-EFEE-421F-9A15-9077259B5B9C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9DC846B4-FE79-4BD7-81B1-27E5F14F07F4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6E7CAC76-738A-4FC5-B58B-07B0DEE45C63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2AE97A50-6594-42D1-B73E-E620AC2850AB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E185AD26-1F66-40B9-8CAA-BDCB359EB7E3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42C01BD0-A656-4313-A109-AAE2913FBB1F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3F8D11F2-B145-4F4C-A667-637A3DDFB587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80CF6401-FF5D-470E-84E2-A244856B3385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7883C5F5-BBA7-4590-8CD5-53631A0D9CD1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DFD4E3D9-502A-437E-8CF3-25A86A0C5B5E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F9958DE8-75B8-4696-9D65-A6B797781E96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4987F69A-04C6-428C-990B-3E585C4B272D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6175A933-AEE1-4BF6-9551-177BEEE86503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AD4F7A90-FC6E-478C-AC26-E20F2C4C6CC4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2DAD6B46-529A-4BA9-8551-2772671FFA9B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A5245045-730B-4735-8C64-BFDE35310CF6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8EC63F11-35CB-464F-8213-06452211096A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82BBC180-A9D6-494B-B96E-E11213DC7272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31685FBA-82F0-4BEE-8108-06413D0F6692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9D9CE122-3645-42DB-ACFA-8E918F1086C5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77C2FCCB-E5E8-4ED8-81E5-1ADDDDCDC36E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A6AF203B-37DD-4D89-AFB2-22C05D2C63ED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D17FDFF6-A6F2-4E7F-91F5-77E5F2ECC179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28207A3D-48E7-434D-8D9E-DC44C5765E87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9334FCDD-1C03-4A40-8EA5-238209255918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AF511B8F-18E5-45F7-899C-A0FDDB9657EC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04426F50-EEF0-417B-B29E-3AD4C1CAA177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E1DF51B2-DB42-409B-BDF0-09B8CDD8293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DC46C774-E02C-4382-B8AC-3494E743A2F7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3BC41E3F-38DC-4FC2-8C5C-187717806C51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CD298F73-D7A5-4231-8855-A25EE43ACBBB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7215A2C2-87BD-4DD8-A064-7FD95089F480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6F32732C-D3AC-4B36-BED4-68BA62746511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72928D15-652B-4358-8336-334EB46BE4BD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A5013493-D439-407B-8CDC-6184C10E8777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3B674FB9-62BB-47F1-B83C-35120A6E9C02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11D0B44-04C0-436F-8A1F-7BAF2DBDBDC6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DDD10D0E-ACBF-4BF6-92D7-C38BC75CE168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D38C46C0-B11D-4ACC-8917-8E9DCB4D16F3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F25D7E9C-8577-47A1-9ECE-932939280B07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7BAA369A-33B9-4C53-BCEF-92EEF5009085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5F08C09F-5234-4A56-AFAC-286D010C067F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46FF7FC2-86C6-43EF-8E13-81F1C677428A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1822F601-F003-45FE-8B28-F3FF0FBCCC61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80195E00-EEC5-44CC-80C1-3EEEF0DAF028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C471AF5A-4541-4140-870C-ACA2C5E366BE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D4B7EF11-F90D-4096-A0BA-62BB3ABF0779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3DAB83EB-D6F1-4383-B69A-70EC4DEB6834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38F1E607-57C8-4728-A0BD-E2001F1D89EE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4C1A946-4134-409A-A296-0126E4E664EF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CAC7B2F-E359-4E09-802E-D4ACE94AFBE6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653BD605-B20C-4EFE-AB48-ABD4DFB809F6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A583CDBE-1B2B-41AF-87E0-E2D722C3B724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AA9BA5CE-1510-4BDD-AB16-979654949B85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02EAD312-8848-4D18-8F50-195C95638FFF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84231415-19C1-41DA-BCFC-7A3E2EAD8F67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787F1F3C-1BA0-48D0-9F2B-393DE751824A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518F230B-399C-4EB9-A9D0-9D5221FB89E8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478994F5-4FB2-4ED9-B2C6-9B3F08C31F1C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3DD0799C-BE80-4211-B046-12C3EA46F553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E6E5CF70-E313-4B0D-B353-253CE6DA3072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5F81473A-4330-4F1F-B6D0-0CBD59028B11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6E93CB5C-2AD7-4D42-9398-BDF7284E80C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DCEB63DD-ACAB-4BDA-A6A7-76B15EB0D5A9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7BDCB6B8-FBAE-4BE3-A097-E34420477DAB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DD57C89D-056D-493A-9DE3-5F48369B6A0E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C3B8E8E6-02D2-40F3-B7A1-151134119DB3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5E0E079B-ADF5-4392-ADAC-835E763FB083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D715A84B-B501-4099-BE4E-35516D5AA1B6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8062BA49-D1DF-4664-A04A-9D398A8178B5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2BB6A34-0437-48CB-AF80-1E984B8D27EA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6B7C2C1-BA39-4D8D-B1AE-2CEBC09CA6F3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2A42F00-F38B-40BD-86F9-AD5D7FFF5EF5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47254370-FBF1-4973-AC22-EFDAE1607A12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2A94A213-DD27-41CC-A8B2-6A8DBE92D752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AD62858-F709-424F-8E02-9C7944FC85B9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035F3670-F045-4324-8EDC-A0BD63C0BA25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D63451F0-F552-4399-B6BB-A523691E4958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861BF71B-AFA1-42F2-A044-03BE7123C054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F04BD23A-1870-4BD0-8C72-88DD31420A17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073478A9-9F99-45DA-AFDA-A227A2F36531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53FF8A71-DFB8-49A2-8461-F26AC273774E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1D5EE49-BED8-4D7F-A151-CD8DBE4B9DC5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61A0DDB1-BEE9-4CCA-8235-B8344E68D7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905D4C3F-7DE0-4A9B-A333-6B5A9A9B44FE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20BB4661-5150-47A6-9081-01AA498640F7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01D6F6CE-621E-4995-A2F0-589385E3C5A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670A3AA8-0C75-4548-A385-96E7163CAF99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77760BB5-0C1C-473F-9BA9-09E4827EE703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DADED4F2-3357-40DB-80AB-E1046A6D41B0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DD3A12B6-C0D1-4649-AF2C-65800ED4368B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34B43691-AC45-4F51-83F2-D37BCE6D3643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91C5EBB7-9B17-4BDF-B82F-16BE5027927A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A7036490-6F35-444F-BF85-B64F2F323E61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75161A2F-6362-4EE3-A280-B18F8EF51C3E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D2535848-FA9C-40E5-8A39-E4577D70EA73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E18CA888-5D27-48EA-89A5-9106D4D6B905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85D93D0E-AEAA-4C53-8B7F-AB1C42F985C8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B9E7FAF7-A367-4E83-B719-A56404AB957F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767CE0EE-D480-4848-8A51-F16B1016A1C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42A22FDA-C953-4BFD-BEEF-81E9B86E8D24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D18B5A8F-9C57-417B-B7D9-CB81E66D6B59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72C1124E-D874-4F2C-ABD7-98AFF3EFC6C2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115E570D-2B41-463D-9647-13FAED3A104D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AF5E1E33-2D3F-4A10-85E9-C5E42B3D8926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CCB80389-BC86-41A3-8D3C-9DE2F0A1684E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559993D-B744-4B1D-AF88-7C4FF29C61AB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7D3AEB1C-0833-457C-A3F5-9E6C923006CD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B429EE72-E997-47A0-950B-39EED882BC09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DF100882-FCB5-4EF4-98AB-23E68578F471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36E81417-3937-4BC2-9088-4668B415809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546F6AB4-501F-4EE7-B077-ECAA3E089981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EE135D48-736B-4C07-9AA7-3231DFEEE2F2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84AD8BAD-8D82-445C-B991-3B280D0EEC1F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D304371E-437B-4DC3-8D90-4F59E8E33C4E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2933E7F3-E77F-4D76-B095-9A2737877D79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14DCF1F7-D151-4856-A804-268968F94CC6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1F68DC4C-DA1F-4D58-8419-E69F4C2DDABD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557CFF11-5E8B-4D9E-B06D-2836BC26249B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3A798C97-70FC-4300-9470-8346698305FB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76569638-8A33-4512-9376-FD9434E6A5BD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110DD08E-5201-424F-8DA8-63A26EB456C0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75F76E30-6D74-4036-86E3-A2331549F8B5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70FF9A96-C83F-49F0-B4A7-DAF91A05CCA9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1826CB27-C700-456D-A1B2-E185FA447D4A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9F5C22A7-AC3C-4F2D-909F-DB995A600897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E63418F0-C82C-4D25-BC23-D805968FF3E1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8F3D7EF6-8824-4A5F-A65C-0E3D8D5706C0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DF3F1EEB-747E-4664-ADBA-614BFF50E4E1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5163DF6E-A9A3-4C8C-B7C4-0396D8F0C13D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B5F06A04-CCC4-412D-8F37-C283C25A40E1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FED2DC21-87EC-4CF3-B74E-A76C0FA2EE6D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A434CA17-F556-4FA5-AE6F-4B25C789D0E0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915FCF9E-9313-413E-BEF5-2EE5417DF247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C86EB8E7-F71A-4759-9176-53EA37DF440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3C554832-2748-46A9-84C7-24BE9E9A299A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BD75983-C6E8-4DA1-9E85-DBE0E1D44A76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85F1BFF8-8575-45D0-BDCF-BBF31D1777C5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E7628F2B-9F8A-41F3-9451-6F0345D37D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AFAFDB20-FA68-40D0-968C-608ACAD5102C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90F76474-0C5C-433D-8E1C-3839A4CD6CB1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5668F9B9-AA46-45F9-B84E-D52E616C4429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F104B83C-422E-4ECE-A4C4-76979BF62606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C2E1E2B0-FAAF-44A2-BA57-7A41CA7E70C2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2A895A27-CE88-44FC-B49C-8CE180DDC71F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5CFB605E-EE1E-45B0-98EF-750AB27A787C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47CD0B20-99BE-4DB2-AC98-0FE294EA9073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C259C072-814C-4E6A-A316-BD7C86C5E31F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34B890AE-683E-445F-BB52-7AA40F046728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F8B78D76-46EB-49A8-8FA3-0073E86A92FA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0E1F5440-2258-4FD7-92B0-0DA883C3CD5D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D052EBAB-BCA4-4319-9EE3-8C88EC1ABD5B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01388BFA-5B85-4C94-AF06-685C33843FF0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7B09D5C2-3608-4802-BCE4-D534A7D09C05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0BA930AD-4B5A-4E36-8413-47BAA16CBA33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D6616F8B-3C9F-475F-B5BE-3C86EB857271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0065D1C-BACC-4521-9CE9-488746A7F265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437CB6F5-1D65-44AD-BC89-458B5A4B01BE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521CB9EB-12AD-4510-B33D-054388EB350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0E9AF63F-18E9-485A-83FB-5A4FA653F30D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7B86CA5A-CE60-44BF-927E-10B6D7DAF35D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45AD0A2D-F417-455A-AAF1-F8E0615A8D4A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CCDA92A2-32C6-414F-B64E-B8EAB01F95AA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D148B9FF-B16C-4D1E-9C8B-5AF60D7C6ADF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CA236B26-4BA9-4298-8EAE-D043529D924F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B209DF8F-8BB5-4EB3-9A81-643B006E0C95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894675D7-C280-4EA5-9516-511C73A2A5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900C3E67-30B5-4584-B186-A14AB049321D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1510BCB0-4DB0-403E-BB8C-04F9BCF03738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47F13730-7280-4B62-A840-67773466EE44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5BC9E7A7-E1B2-4544-AB1F-A76771F662B7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6252EFA3-43D8-49BC-81FF-6039C697507E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89C73A-1B3E-4C5D-B559-B3082C4DD559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CDE1512F-5896-410D-B3ED-C338F7261FE7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B315CE67-0592-4B6E-AC84-799F1BF9441F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C9EEC792-F298-4D59-A47E-1472961CB754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0F42BC93-8CEC-465D-B433-C810C6FB3CCA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3E3251DE-0966-4821-92A7-E34C848E4DA3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23A93523-B229-4AC3-A379-48D82DB18E87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041569A6-325C-476F-9754-CF8887F9EF40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FF4D847A-BC0A-49C5-8454-8E2173FFA33A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148CA04C-EA73-42D3-A951-95A3956187F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625B24-3ADD-4F5B-8097-B37D2A0E05F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D48E6AD9-E489-4C0A-A042-B113DA139C92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C96C0EBE-FEE6-4E5A-B0DD-161672A58698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1A9F045B-0F70-4CAC-8E1D-0B49B6AE5847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49B5E3AB-8B35-434C-A9D2-0CD1962AA55F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2B96CEF3-5736-464D-9662-B9AB2D2CF922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A7ABB498-4606-4A69-BA76-1651B4784663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F9C26791-C57D-46E6-9CCD-3188A02A55F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6D5A09F9-784C-495D-93D6-AFF9E167E87D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A594171-8D09-4631-8E2F-4E3ED8840E49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0868CC8A-3462-4D60-9BB3-C04E6A706B20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F20FC726-738C-4323-9E04-29584754DB29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92466617-5CFB-4242-9110-2C020747779A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601BB94F-ABBE-49C2-AEEC-F34CFBDF43C6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CFF53AD4-2C3E-4456-8359-93A1D2A6D1BD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30F64335-7EF1-471E-895C-1B2A3E19EA3A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BF5204F8-BDF1-43DA-BBAB-29C04337AC3F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4A77502E-7941-44B5-BC5F-125DBE447E8F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B11E9F2A-1CDA-45F9-AE8D-0B1312F69683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FD6288FE-E505-4BED-A6DF-B619E2953C03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DEDDE794-09FA-4B66-A991-D18F84242756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535A9491-DAB8-4DA8-9F1C-A09E9CF83915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E570233-F1C9-40A2-935D-FBF1F56C299E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F2CC0D0D-C311-42DE-BDAB-19219D1C3875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8F7164AE-65CD-4136-AB06-5737EE3CA63C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96F7BB30-C415-407C-91E6-E6A8B88DB60C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C98F6A03-293D-428A-AE49-E3CA709027A9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FF31EF11-0FC6-48A8-996F-91908A8D8760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6F5D3EF4-0612-4C40-A611-1E48CA204978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B1BA554E-A7A3-4950-AFE0-06376E3A1BC5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CA9135D6-1B43-4751-8869-B018ED9B48AB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D2B12697-0C89-4D22-9328-54DF21F28D4A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735E65F3-7D3D-47EF-B6D8-BEC6F90105E4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FCEAFEC4-6164-4876-9524-71EC2FBF8553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125BAE8F-EABB-4E17-B405-01D134C7445C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4ED1F776-25C7-4B66-AA04-FE25D4A23A90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DBAF45F5-9EF8-4FDC-BF49-408773D958C0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69F4F1A8-53E0-44F4-9E23-9FA25275D4B7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FEEEF293-E123-452F-9E37-2D58CC2503A8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F5139C5C-E038-4DEF-B1AD-8AC86D248D09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C2447638-B592-4211-88BF-0AE1FEA926C8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7173AF03-DB28-49C8-A6D9-040AE6DD64D1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7656880A-19E9-4C34-813D-B8CEA6679BA8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702C35DC-4239-47A9-B73E-A88CEFAFC7E8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FAE6E043-108A-4546-B7C1-BAA087BAEDC2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E74DA829-4F7F-49E5-9AA3-4D9EC9A0E47E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07EE2A0D-F0D2-4D93-9730-F407926A4E3D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1FE5B366-2A8B-4777-B76F-C60BE81899B4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4CF80FF6-BC8E-478D-BA91-4BC4375C90F0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946D207B-7D22-4722-B1AD-7FAC3B440AA1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4757DAD3-76A4-4096-B8E2-B292DC967F48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99DFE1CD-F4EB-46E2-BBB0-E4F43641EB1E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54DAD326-D9CE-4A81-B396-77C2E71C716E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207637A9-8FD6-4118-B45F-1EE9FE96769F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2BC4357E-17FD-4FCB-B5F0-9E0BA50AF531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55C8881-A942-4D37-937B-B26BD0D05862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8D47E079-92A2-4F46-ABE3-6A009CBB5CE6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636F1CF5-F299-46CE-A3AA-9C2B2B2C033E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8605C956-8812-4077-83F7-227CC007E365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D1E041D-114F-46C1-A86C-B0090AA559C9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F3AC9A7C-9317-4652-9213-D1F72F5557AB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373B11C8-1782-4C13-8963-2DD8B02E822F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DE196884-8A1A-4E7E-BDF9-451721E359F4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9E0B2D41-EC69-4EB2-97D4-BB624C56680E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1D0D7456-166E-4ED4-AA28-D265BE0D8821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924BF393-213C-47B0-96DA-C01E173B8A1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11DD4CE2-DBD6-4CBA-8F7C-024C97E11F46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BD6B526B-597E-49AE-A3CA-B04FC540D384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78EE4D05-5FE1-4F70-9F04-9002D4A28472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AB881E31-B85C-409D-B025-C357F4F362E7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5F5D5C2E-0F86-4D97-BC19-EAFB7398DA1B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1087F4AC-4848-42CD-8D94-3801AD52FD69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1C6BE6F0-C4DC-47E8-978A-21A2FE3C4CF5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60CAE49D-4628-48A0-A486-99BEFED349BD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D911A5F3-1DAE-44DD-B9E5-431B39B6B73F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2100A957-A3A3-494F-A2D7-1C1D2CAC80D4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C6DBBB94-105E-4683-B969-37790AEFE6C9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1424BEB2-6FF4-4A39-8FE3-3272988AF3DD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6E98BA24-0095-4D21-8FF4-80A3CBE94445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2A7CD9AE-B709-42D6-9ECB-BA696F7D39BC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024C0E78-91BB-4268-96B7-CF3BD18F9944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4A8855EB-69B5-4DEB-89DA-0A1AC223F1CD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ED156FF2-E952-4907-BCF6-F7310A386DDB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540CB17-7ACE-4B3B-8FBA-DF7E208AAC96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97967585-5899-4663-9708-388638F861DD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CD383A31-1DD9-4F4A-91AB-DA97B653C94C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9495731E-20B2-4928-83E9-D138A18A5DD2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D6B59DB1-DA12-423B-9BA3-2E39DB604D6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76E8682C-E7D8-4721-A1E9-EA415A67C163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17B4C4E2-6164-469A-A106-310B8164DA1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A8AB08E-3B26-4716-8960-5CC87CD31E79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998ABBED-FB28-4C13-8C6C-9FB29EDCF3FC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BDA14D34-6CDA-49C7-AE2D-D3476F27CB25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5B8888CE-4C40-4FA8-9AEE-5083AE0F00B0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B18C9766-45D6-411F-842F-8561C74B827E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CF8DAA94-72B4-4B2A-9536-558F13EBAA7B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BA5F9926-C80C-403C-AA0F-59EF97AF3C7E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2D8BA5FB-DEC8-4AF7-9DEA-FF981965D4BB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516C30F6-A0A5-433A-94AC-260808679D78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2261535-F22C-40F3-9494-DD23CC94EA1B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EF2CA0A2-2FF3-43A1-8BDC-D9AA4535C609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0F0B631F-A5F0-422E-8957-14258089DA52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1DA0CB91-EEAA-4D3F-85ED-274F653B7EA8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C825771-CC64-478D-86D6-7FC24DEB3159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0B71D6F1-0D7F-4B95-BD42-EEAD2182B793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397C05E8-32BA-4000-81AC-CFB52B0FB414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E6A54F0B-CD9B-4500-957C-09179C6B4AA4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45D46E5B-B7AF-4B59-9968-DD18975E510C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6F19EB16-ECB8-4603-A16F-5C9CC8F60346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1C37623F-4665-4998-9450-5364533516F8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641C0D58-36FA-44D2-A64D-7574B600C59D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DFA190C-E5BD-4D7A-A4FB-94F5F2A020BA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AEB250BA-59AD-4408-85C5-AD2DCA4717FC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C54D7717-500C-42BA-A2A4-95410A176906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D8E3BC0E-317A-4ACF-A11F-BDA850C22BA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D533FD15-505A-40EE-A5DE-D7D4BC0274A1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EF86D63E-CF98-4C00-86D3-60971602DA3C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A7A6815F-9F69-4B93-ABB9-86B6C5DDA513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4AD0B939-C165-443D-B569-0861594F35F4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68DF1602-738C-4B52-ABC0-2154068E50FB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137CD18D-C417-48A7-9048-7BCEE3849A9F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236F3F7B-9EF0-40AC-8171-4FEC425AAF85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919822C5-E490-4821-9163-8686E7190562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85C54C85-7C0D-4ED4-B817-AF461ABB3586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DDCC456F-76C0-4DB7-967F-02788EE528B2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D5093488-5F5B-4AD6-87F2-6CF85734C15E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FD9D0386-4145-4AD1-B5ED-6174B1B5B739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D6F977AF-7D86-4AFF-B1A9-02B1734953A6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F6DC92BB-5611-4767-86AF-FB4B4497E913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041A6CC8-B63E-4B06-85E9-7B4915F10052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868E03A1-29FA-4D8B-A41B-BF1FCE8EEFA1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01244743-CDD7-4405-AA29-D544E4B3894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2E1625C9-7E78-4278-A407-F7B8810CA908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394BDDC7-4BFB-4E66-86DA-FC1E3C2FECF6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F9445DF4-9BEF-4D08-A4EE-05D749D88F62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DA15962F-56A3-4A1F-8493-0EC8ED381F74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C8C7116E-1061-4746-BDA5-096F3F3542BE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BD993AEF-F309-4F95-B864-730D7E3C167B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EB0CB1D3-3539-46AC-A400-D2794AD47A90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9B2B40A8-6889-4D47-A529-6F09286513BE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02FE7FCD-55F2-4896-8EDC-6838C02E007E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243107A9-9B2E-46FC-8F2A-722BD6A30DCE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0DFC557E-814A-448D-BA49-8A7811A2AE39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EB717F05-4FA2-4E1A-8FAC-6E277C767D6B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71888C70-B043-49CF-8FAE-3312B1445F28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674BD174-4FEF-4A4D-840E-5294F6C27F5A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8C943E92-0678-4CC4-99B7-5B12B6E21437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2949338B-D579-41A1-A977-EE833EAA2837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C48A3BED-5BA7-423A-BA9C-D1718A526601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6C0A241F-097C-4F86-94DF-73BD071B42C1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7AC69B7B-7C6A-4666-A8CF-39F4443815CE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FD9E74D4-3497-4EF5-9067-90453F69B7D5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FD8F2D8D-4B29-44EF-A295-2D801EA2D820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D4FB5A44-854C-49E9-B84E-2E6EB2D196F7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019FC34-56D9-4E99-9827-A4A9EE71C6CA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CEF01746-CE4C-4E1A-BBE0-79465C512EA9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B4B35DE0-4945-4AC6-815E-9A2585FE6CBE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B889837F-6BE5-4B1E-ACB5-205E396F7C10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DBF9B7B3-E807-4A4D-9222-6536208430FE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04F5B25C-350F-4D07-9B68-F2FFE02A917B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B6C737D1-905B-4641-B37F-1C47B9DECC03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9101FAF3-52AB-4B8F-9F1E-EB7FB9B13D13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284FD3CC-DFB5-4F4F-BEA4-4467F7645901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DF75BF88-BE78-4374-8573-E5B43B067290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93F7C39C-40A8-4FF2-B15E-3B0469369400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3A131CDF-F4CC-4EFC-A243-CEABE7D5D165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4D15E0C6-E510-4612-B119-77278BAF6598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88DB1669-7006-4D83-B43B-CC41F79A66F4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A6B0DB81-0C12-4A92-B740-DD830D374C48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0CC27519-5A23-4BEE-88BD-5F007B9BD039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A40F1401-BB2F-4225-925E-9888D4CFAD2D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27605E3A-5209-404E-9F69-399732CD0EE5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1420B17D-CCBF-4AC3-86B1-745DE0CD2904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8DDE2505-6DB8-479F-A019-1217871ED2A0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71925AEA-CDA1-4445-85EA-0582808137D3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E93D6DAD-0008-4000-9C53-D3ABE3CF058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42B3D0B9-8EFF-4964-BDAF-BEA5585FFA60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C1874875-D870-475E-9EA2-44191120B41E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6B7FBB23-1698-47EF-93A3-0E4CD790251D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7E48B192-7606-4475-B20F-43AEA47EC967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070034D5-5640-4BA1-9EE5-388E42B31712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138C20D0-F6C7-4BF3-ABAB-DCE4DF58F8E3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0A9EDB24-F8AE-4C97-9D9F-1F9F34C059EE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9D0BA38C-E572-42AD-A324-FEEF691957F8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1E655919-91C7-4578-8E4E-B3EE7BA28D65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CF4AB0D2-2D8A-4A8A-AB3F-5D554946B483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02798418-5A47-4AE3-BE0C-1C17D4C977B8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79E703C-0332-4ECF-893D-32ECF0F26296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9EAAA8A4-7EB7-497D-817A-630878EEE4F7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6E726A8B-907A-4DD8-A85E-29455A724F7B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7F79ECDD-FFE6-40EC-AD58-322F7B1E2FBC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DDC97BBE-9336-4364-8E0B-F85D9EE6E6D1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391E6E63-0F64-41C4-9DDF-5747FC8227F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39CC3D15-90A5-40CD-A283-803F2E09713F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2B537E7F-9FC9-409E-A004-15299A89EEAC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BCB8490-19F5-419D-82AF-8EFF356EA20E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72C13DDD-7E45-44F2-BAF2-6805410EA868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556FD226-4CC9-4DAD-B756-C8C0F0B56B44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38898A1B-4059-4F71-9D4D-E30FA7D0DDBB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3936CF64-D9F0-414B-9DF6-B8B9A358E10A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3184450D-37A1-4AFB-BE4A-D2F2FD1F8234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3231490E-FC7A-4707-B6E7-8D132650895C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E920FE58-0632-448F-B573-2DFAAFA25CD0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075993A3-1CB1-4F2B-ABC1-810A09BB7CB6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973576E2-2CC2-436B-868C-5DEA56068D3B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B0967118-7CF7-4024-BDBC-7BE84C47DCBE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B69336B-E7E8-4EEC-B181-07082613E7BB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FFF2A984-429B-421C-A6A0-423473C99760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E5492303-4062-4154-AF7B-4EDB9CDCD7DC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45823A45-2BDC-4078-B780-4392E74CAF25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4CA5BF6C-4070-4E7A-9C0C-B10302F77E9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E194B7DB-6DFC-4F53-A830-410974AD9629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930F8A78-B923-4771-B2D5-467856B7CC60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9F092036-51F5-4F01-8D16-A458DC828D66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652C25A1-EA88-439B-B8A6-08DE462BB0D2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4ABF9243-0BDC-49B2-A7AB-B287746B9681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D9CE2D9B-DC96-4237-84ED-8D1A3BA5EBCF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65DCB61D-4169-4A3E-811C-6EE75227D82C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7E0A9B81-4102-4488-9B16-2AE3CE7B9A1E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9147CB0F-4BCE-4C56-BDA7-B506576E373A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A4D3C389-81F9-4453-891F-A62B3387599E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55123E1-C8B0-450E-AE44-BF7D5207BEF0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2BFE33B4-DEC4-4DF7-BF40-D904EE019A1B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D82886A8-95AE-4FE0-9BFB-02F78DFC33F5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FF87F6B8-6B98-4B17-A5F7-225ACE0B3A74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2B5E1677-5125-4795-98E0-4C012ECF87AE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FB86A7D1-9E15-4063-8412-53FC01F7FD7C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DD4C98E9-30D6-4555-894E-48B843778F28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FBB470D2-8343-41B3-B787-E652BBF4A571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413EF47E-D7ED-44DD-AAEB-66E282B2E03A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DB43C4B6-CA85-40DD-92D1-0DCC0FB744F3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E88967DB-D436-4384-AC86-16C6DF922678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03A54B58-36C4-428A-B810-979767DBDD44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3391BC3-5A31-4397-90F9-B9C8674BA3BA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9057E285-A582-40E7-A83E-818732B820F2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67534C1C-2270-47BE-B13F-A711CB67F53F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ACDF1171-51C2-4273-9785-7506DF92E799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F00C5A97-B6F2-4770-BAD6-99FD7101250B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84C38946-C485-495E-A0AD-F3F1EEEF418A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F6B634F8-8432-4CFB-BD3C-E0965C4BDC1A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7B15DFB2-9FB6-459B-8E79-C39ED1BF1D99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7B854BEC-490C-46A1-8207-CD8D1B8AE005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DCDBE2F0-6F08-41FB-9EA3-95ABC98C0B9D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7C4A2493-A1C4-475C-B9EE-5B917B4E0032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F4951DD9-0A15-4C35-AFC0-3CEB729224A8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41E48082-04AE-45F9-869A-FE6747183BA9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01376D01-89DC-4A81-B484-0919386AC5DD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C745FAC4-62D2-4714-B4D5-514428B0CE06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32B49F2F-95E1-46B8-AAAA-5E44ABE8258F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9122B7E7-2551-4FBD-8E9F-FE5F17BBBA0D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63501B53-099A-4F7B-BE7B-08AFDEC85943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808F2E7-A5A0-4A4A-883D-D3EBD48BFF95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EF712B18-BB3C-4588-B0A1-A4B727BD54C0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98F0DE53-F359-4474-85DD-DECEE41DF210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3E8E11A6-F0F8-4B47-8070-3CCACCFDFE21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3B024451-6ED6-4530-BF0C-2BC47D900624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A373CEB2-6EFC-4DC2-8AE4-677303593B33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DF52D42F-2317-4325-8FF2-A53B75E048E4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3ACA1825-F3FB-4422-A4DF-180FE3CCDC3C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55724CE7-1278-4A37-8A69-D9583FB9A377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E1179491-0083-410F-86C8-5C6C65F8934E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619855C4-5B12-4C18-B2EB-06A262BA4F87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C2161519-B28B-477D-8340-F02BD2B78565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D0BC403A-3578-4ABB-A29D-AA4482CA1CE3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C7D430F6-BCF9-4664-ABEC-C855CF56F729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F1354F00-B948-4A0B-A6B9-88A366437BD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9AD2D430-6090-4E2C-8F18-0AD4164EB4D9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6B3177B0-3DA9-4B61-88CE-113779BF1FC6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61F9B60B-F0DE-456E-953D-13A7BF4CE389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F73F26CC-8113-49ED-A8F2-DB7439507A85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F4C47E6F-C10B-417F-9A7D-57CEF447E5E7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3682F7F1-E111-4AE1-8A2F-DB64E2F1F821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EB070CA-7B9D-4BFE-8F29-58AD9DCE6C7D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F50A7223-AD7C-4A64-88C1-D62DA081AA65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66BEB559-CF44-4DE4-8FE8-4488F50D9C63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E54EFCA3-3653-4400-806E-A0405837E4D7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FC2D08CE-E051-4FA4-8ACA-3437EB217B8B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67B5B096-2741-4ED7-8FE4-11EEC5C3D1A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4BFE7C2E-26AB-4C15-B935-64E9EC7EEED7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5CD1221-1A70-401F-BD87-CA4A2CB0392B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255A975A-466E-4CF6-86B4-472386E45616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EFE10B08-F932-47CA-8006-336E5ACBF6FE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E1E6BB0C-1B8A-45B6-9A72-139C7B401EC5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CD459BD8-269E-4117-B133-B5EDF2CEFAB7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F807E9F-A364-4AA4-AA01-1F70196FF562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5EB600E6-2C95-426A-93F4-162A4B8FB02F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2FE8AC65-1903-431E-A061-8626DBF1EF8F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EAE1B9C2-81BD-4DD5-A887-7BE70C9B2141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8DAC24F4-5234-4B47-8D5C-C1FC7B2F3EDC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1FE3739B-FF32-4A89-A979-7591E818193F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1EFC3EA2-E351-4C1A-9EF0-68B3FE92AF0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DB3BFE1E-C775-4A88-9AE0-7C6A67C5090E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4F01DAA1-3E6C-413C-99E4-CB7E2A9E9466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10341BA4-EB8D-4D55-BD60-FB3F90FD1F73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EA8F9EE5-61A8-4A06-8AF4-37FD355B429E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DDA007EA-DEB2-4018-9134-3ADEE60570BC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F97AB746-9D82-46CF-991E-F534CD17FDDB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97C28463-C9EE-489A-9F3D-10BA11A0E2BE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643B6B56-5667-4FFE-846D-3C45AD0966EA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9769D30B-77A9-48D0-A148-AB36C82B5BE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D2BAACC4-9C78-4FA9-BAC8-734262BBDA2C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D33CF32A-91AA-4036-BEFA-81D028CE79E3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0B850DF1-EF0C-4245-88D9-C3300D5AA5B3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62AE18E8-F8E4-4455-A653-13A179FD8FE3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FF8F28D7-F177-4DD7-B74A-862AAAC92548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DA7A7D43-1C44-45AB-8C4D-E3E7D2D57224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8A1E307C-D8CB-4172-8D10-E338CF957FEF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84844C92-66E8-4F62-95E7-0914482FE23B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7D638B19-CB38-4521-8B8D-537CB43A0498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22124068-1CB8-4524-9C47-C43D290EC5AC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F8647080-35AB-4AFC-BD35-FE4BB5DF7C63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26D8365C-BF9A-4758-8F83-10E94D190D27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F7A6A196-CE7A-4366-B3F2-FF0653EFD9DF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07F57F1F-7BC2-44E7-85F6-97ADA71EF1DC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67F8F223-D173-441B-8EB6-2508EA2E0972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904E5C92-F4EA-4AB2-83B7-38F5D6198A96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B786984-81A9-4165-A136-6EEABACB298B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1FF6ECEB-0D67-4C6A-96EF-6420319B4F67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ED51A0BE-8B49-4824-9436-EC5D1760058B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ADDCDD94-2999-4390-A930-4EC398087A44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C0203172-A34C-4946-BBD6-181F476C58B8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882EAF53-AA92-43DF-B348-95C1A2F199D7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ED7B22A-5679-45C0-8148-EFC0F6C33C2F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3B7890E-3A67-485B-BFBA-E7D36D58918C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1E50609B-B776-4242-B7FA-0E32104AF56A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C5EDD7C4-8DC4-46E5-B315-530E29BBE883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77AFD764-C9CD-4BBD-992E-E3C7CB1AD13B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269853E-385E-4A2C-AAC0-80DCE3AA19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61EB6CBD-2373-43D9-A338-CA4C12F05ACF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FC27EB19-4CE1-49B4-97DE-3D96045E042C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8431D216-CA10-4C12-9D41-5DE70611D1B4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5CBCBD96-0733-4E75-98AF-A50EB8D6129A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F8655969-9E85-4F40-9513-50E10CA39DC1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416DF4E3-F365-42D0-9DF1-4D8BFABD02E1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CAF7B968-4D17-401B-8801-B5DE1F8EB2E6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62354204-F59A-40E5-BA99-FF1E7AD163AD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2E87C477-F16D-46FF-8F85-5C354424644E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2BA5512A-92B1-461F-BBA7-AE47B4FEF680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11183C72-8EF9-42A9-B454-49812AEFB60A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8FC295C8-BABA-4837-9575-FFA99A411F63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1632E68D-5F6A-41C7-B72E-EC94D2F87756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90342BC3-760A-4143-A7C9-2403ACAFF90D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4AD5409-36F8-40C3-8266-99E2B86A90E1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20CA9701-1AF9-4174-BB6D-7DD2200F74F4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8BF7014A-395E-4790-B185-A8D5655472FF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C6E275DF-4488-433C-B394-0EC2FB2FE1D5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D04C24AB-E2F4-4C3F-A78F-AF692F6FDCDC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7D80CC9E-49EA-4C55-9A94-81EAF1107437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E21A21EF-3F1B-4912-9E45-B6B6746271D5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38D4C37E-7FCB-4B95-AC7F-49186A1869EB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2ECF312E-246D-4FBF-B0B3-6A26D9E90A58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9B1F3C82-6AA1-4069-85F5-82B5EF7DBAFA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D74188EC-91BE-4FB1-AF54-6D1A60AC89FA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E71FEC9F-2FFA-423B-AB16-AE89AEA15B5D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24A3D889-E51D-409C-8D16-EE038044BAB3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954456E2-756F-446C-AA1D-61E883DDC73F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CC057815-6356-4354-ADDF-F472215DB393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2BC82DCC-24F4-4892-A052-86F205792E91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65B614BD-9E1C-412B-B24D-EE13AE983892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F398D364-FA41-4AC7-8FA3-FF1CCD60C898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2F285BE1-7DE6-432B-BC17-5A64B3BFE9B3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4950893D-1B87-4A76-87B3-200DFDCFF474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7FCC0D44-650E-4C39-A17B-4C8C594B1DEA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1A9C2FDE-D3F5-4D62-88B0-7BADD8F4BBF4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B7025F66-399D-4E0B-B281-1346307286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F4C1AF6F-748A-4E67-BE78-2086E5ADB0C4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72FCB827-594E-4F52-8794-43298CCD60B7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8E708DF-521C-4F15-8064-A91EA7E03B2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01119D17-7E4A-4DF3-8F5A-D8E27AA4125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AB5404E8-B523-4FA5-9751-48A3B83E29BC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3E803B28-733C-434A-8FF4-93192FB0E959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B4609775-3134-49A8-882E-432F047E8C7B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BB6431D6-3330-4880-9A67-8E86617E68DF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903665D-E317-4F83-88AB-14B1769194E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B9FCCA46-B2B4-4461-B3B9-A704CB7E2980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D1820800-FA62-45DA-8E5E-5DD644A833D0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B35ED012-EFD1-409F-9B34-950E2E964A53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D9D3A40E-350C-49BF-9750-CABCCB1276AA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E38B3570-0A9A-4A78-9A87-3A3472D4C3D2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2A025F14-4A13-40BB-AF4D-21F7725E7180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461296C5-5E4B-426D-90C6-2493A5CB5D0F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D4631C18-CE41-42E1-9C1C-B6B6A22B0589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51730FED-9EA4-4BCE-95B2-8EAC892E80F8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D7BD1546-44C8-4C45-A0DE-63A88B42AB05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B72127C4-0683-444E-AB9C-79F5428F50B8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34D24F5A-9DEF-4D21-B4C1-0B63D6C013F9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F3635446-4896-4517-8E64-43CC5E934D02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35B9FDED-525D-4E76-8C69-ECDDF7FC66F9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8AE72EB2-9178-4F04-BE1F-BA1FD426E0EF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41AE05AF-D6BC-4976-A3EB-F442967300E5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9FF4C4F0-9A80-454C-81AF-D89C27FAD027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52982C43-23B0-4102-935D-C7F405D4278B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394AC5DE-7B54-4019-B87E-CD3D79F06427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76918EEF-FCB2-4499-AAEC-7A5BF0E9FB9C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B29FA10B-4270-4D7E-B5B9-0E88D2CE938F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14B0DE32-4E7D-4378-8D6E-4AD085AA3783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AEDE9ACE-1756-44AA-B5F3-0A1C3E06603B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B5F82AF1-0399-4125-A173-B56ECB17AA16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6926F6D1-5C95-4C30-B8D3-1F90B22EE66D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C8882A10-AE9C-44CA-B43A-34DED3549401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9D73576-7BF6-4021-965A-5C27621EC7C2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115C206B-DCF0-4AA0-B916-96967E255734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DA10972C-D19F-4EDB-B9F5-082CD9EA8BB2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9C99844C-C102-4124-B23C-F92F897CFAB7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71EFDBC4-E487-4058-AFC2-F57BB4E94344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68C85BC4-B42D-4EF5-97CB-2EEDFA1DC193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9D15A6B-9872-45F7-9835-F907F9ADA9A3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BA90E4E1-1355-491D-BD3A-E44D98FF0BFE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3AF03F37-2609-4CA5-9E35-B57FD33F3AD9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76E1362F-F2BF-402E-ACFE-767A84C83BEE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605820C6-707F-4BDD-B909-7DC76985DB78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0A103D74-2DD8-4C15-AE7B-60615DC79374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9BE4A18A-8A6E-4446-824F-18618963EEED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6CB592F8-BA17-478B-A1E4-74EBDC8CBF37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BB09E304-56EF-44E4-B6C3-F1AB21DE5EF7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7560F1FB-2133-4A33-9041-197F751BE720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BFFF9C30-8021-4D1C-9164-8072F190A92E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2908C22E-3720-4DCA-9F61-2DADEBB88847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B2D3C57D-F37A-44D2-A11F-60F741318D45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AFC1A2C5-2FD2-46AD-9B6D-F4416A4F7656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AF7E23C6-433A-465A-AAD9-7B01D5F39B8E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AF0A2F91-9BE3-48F8-9E5E-2DD3706719DB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1C77C0A9-5D33-49BA-83CB-E8BCC1765881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16F40FC8-031C-472E-9D96-1865522827A9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72E0024A-49A9-4CE2-A5E1-7BB7BD2E5FA8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8E2C9708-2AEF-4AD5-BAFE-47B36F78DC1B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7F7C6E3F-316F-47EF-9729-FFDA0B21A986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B3481B12-041F-43EB-9CB7-AD75BBA67906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F50BD51C-3519-4D10-806B-55D81A960874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43BF266A-FF18-4274-968E-5B4DACFFDFDA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DD839708-483D-4DAF-8516-DAA3329A7201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4FB1A8A5-3D83-4C1E-BF53-2C4945AF0E78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E9E46E57-E5CA-41E4-9517-C83CBF8F7690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F7C648AF-75A2-498D-9256-5CDC75150A06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D5BBC8F8-84EA-4EAE-925B-1C3D3E2E900C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D83C764A-0061-4964-B69A-23850C85CA0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5B253EF8-669E-4CA6-B762-F1195598E60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4E27DA1D-A0A5-4EB9-BBD4-3D0BA7B51A4C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CE5B1F6D-23AB-4D28-B5B7-E771BF303FEB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67DC2F4A-A39A-425B-A1AB-530DC4F346EA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19D34CB0-B5CE-46EF-AEF8-D54624345BAE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B02168A5-959A-4918-ACE6-5D6D216868F6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C31A3340-F4A7-43F3-AAB5-B00C752699D4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8591AE9F-BAEF-4DB6-8E42-8216C8AEC9F7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59B7C7F2-D746-4F51-BEA7-636F4BDE40B2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D01B4B15-864C-409C-81C4-B7F0E1CE6D8A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50569CE8-B1E6-4A3E-B1A4-EAD31F95565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869CFDF2-CBCF-4834-A16D-B27C2E893A71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779E9520-28C8-4945-A1D8-40748E1E5CBC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EC931083-BCC6-4F76-B966-FF7AAA5E91B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5B8E6EE0-A2EB-402D-9889-CCB0404086EB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19110271-A818-489D-ACDC-546156FC0B83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ACAA1A18-D162-489D-BFC3-0DE67FE9626C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F4E9B4B1-155B-4FD8-BC06-1CDBC7A36FAD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E5811A1F-5352-48EE-BBAE-15BA8795C64E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98EEED53-D480-4130-889B-982886B22C3A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3C2E376-8711-49B7-98AD-7CE501D760E3}"/>
              </a:ext>
            </a:extLst>
          </p:cNvPr>
          <p:cNvSpPr>
            <a:spLocks noGrp="1"/>
          </p:cNvSpPr>
          <p:nvPr/>
        </p:nvSpPr>
        <p:spPr>
          <a:xfrm>
            <a:off x="6032950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0CCF81E-A572-41D0-849F-C3EB4290E8C3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F825ADC2-8344-4CD9-B5CF-BF0189F8E5CF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8D34CEE5-FFEA-44D3-8D5D-B7D7D88E16D1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43E98E29-1C29-46ED-B050-C0DCDEAEDBE6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81B83B59-FF6E-4B45-B64B-976C05218FFF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68EEE477-CAB5-4C28-B6FA-3C0CD435C86F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4C0CAD29-99AF-410C-A9EE-7E1F83E90FD6}"/>
              </a:ext>
            </a:extLst>
          </p:cNvPr>
          <p:cNvSpPr>
            <a:spLocks noGrp="1"/>
          </p:cNvSpPr>
          <p:nvPr/>
        </p:nvSpPr>
        <p:spPr>
          <a:xfrm>
            <a:off x="2001725" y="697023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40E35367-151E-47F3-8DE8-C8452AFD64DB}"/>
              </a:ext>
            </a:extLst>
          </p:cNvPr>
          <p:cNvSpPr>
            <a:spLocks noGrp="1"/>
          </p:cNvSpPr>
          <p:nvPr/>
        </p:nvSpPr>
        <p:spPr>
          <a:xfrm>
            <a:off x="2166317" y="664656"/>
            <a:ext cx="292608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deposited receptor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8CD0C08F-45FB-4ECB-8B53-42F2E2C82A38}"/>
              </a:ext>
            </a:extLst>
          </p:cNvPr>
          <p:cNvSpPr>
            <a:spLocks noGrp="1"/>
          </p:cNvSpPr>
          <p:nvPr/>
        </p:nvSpPr>
        <p:spPr>
          <a:xfrm>
            <a:off x="4346259" y="705489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5FAD71FD-5E0F-42C2-B6A7-F67C03DA5F84}"/>
              </a:ext>
            </a:extLst>
          </p:cNvPr>
          <p:cNvSpPr>
            <a:spLocks noGrp="1"/>
          </p:cNvSpPr>
          <p:nvPr/>
        </p:nvSpPr>
        <p:spPr>
          <a:xfrm>
            <a:off x="4529139" y="664656"/>
            <a:ext cx="301752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CryoAtom2 receptor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4A98CD9D-DA58-4298-857D-2EDE24815FC4}"/>
              </a:ext>
            </a:extLst>
          </p:cNvPr>
          <p:cNvSpPr>
            <a:spLocks noGrp="1"/>
          </p:cNvSpPr>
          <p:nvPr/>
        </p:nvSpPr>
        <p:spPr>
          <a:xfrm>
            <a:off x="6757522" y="701256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8D089E4-11D4-4E1D-AE16-A73AE0D7F1DA}"/>
              </a:ext>
            </a:extLst>
          </p:cNvPr>
          <p:cNvSpPr>
            <a:spLocks noGrp="1"/>
          </p:cNvSpPr>
          <p:nvPr/>
        </p:nvSpPr>
        <p:spPr>
          <a:xfrm>
            <a:off x="6948868" y="664656"/>
            <a:ext cx="137160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16124565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8083</TotalTime>
  <Words>5436</Words>
  <Application>Microsoft Office PowerPoint</Application>
  <DocSecurity>0</DocSecurity>
  <PresentationFormat>自定义</PresentationFormat>
  <Paragraphs>652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2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21</cp:revision>
  <dcterms:created xsi:type="dcterms:W3CDTF">2026-09-23T07:01:10Z</dcterms:created>
  <dcterms:modified xsi:type="dcterms:W3CDTF">2026-10-02T14:18:03Z</dcterms:modified>
</cp:coreProperties>
</file>