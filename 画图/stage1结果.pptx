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452" autoAdjust="0"/>
  </p:normalViewPr>
  <p:slideViewPr>
    <p:cSldViewPr snapToGrid="0">
      <p:cViewPr varScale="1">
        <p:scale>
          <a:sx n="76" d="100"/>
          <a:sy n="76" d="100"/>
        </p:scale>
        <p:origin x="99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LigandSeek-Find 的配体区域检出。LigandSeek-Find 使用真实受体或 CryoAtom2 重建受体结构，并与仅使用密度的基线 Emap2lig-Find 比较。左列展示全部配体（179 个 PDB，2,502 个实例），右列仅展示小分子（94 个 PDB，821 个实例）。</a:t>
            </a:r>
            <a:endParaRPr lang="zh-CN"/>
          </a:p>
          <a:p>
            <a:r>
              <a:rPr lang="zh-CN" dirty="0"/>
              <a:t>a, b, 各 PDB 的 Dice 分数，以及阈值为 0.3 和 0.5 时的 one-to-one PRAUC。误差条表示对 PDB 进行 10,000 次 bootstrap 重采样得到的均值的 95% 区间。</a:t>
            </a:r>
            <a:endParaRPr lang="zh-CN"/>
          </a:p>
          <a:p>
            <a:r>
              <a:rPr lang="zh-CN" dirty="0"/>
              <a:t>c, d, 使用 CryoAtom2 重建受体的 LigandSeek-Find 与 Emap2lig-Find 的直接比较。对于全部配体，LigandSeek-Find 表现更好、相当和更差的 PDB 数分别为 112/40/27；对于小分子，对应数量为 40/36/18。</a:t>
            </a:r>
            <a:endParaRPr lang="zh-CN"/>
          </a:p>
          <a:p>
            <a:r>
              <a:rPr lang="zh-CN" dirty="0"/>
              <a:t>e, f, 阈值为 0.3 时的一对一精确率和召回率。每个点代表一个 PDB，白色空心圆和粗线分别表示中位数和四分位距。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33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performance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</a:t>
            </a:r>
            <a:r>
              <a:rPr lang="en-US" altLang="zh-CN"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performance</a:t>
            </a:r>
            <a:endParaRPr sz="1033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8133</TotalTime>
  <Words>5800</Words>
  <Application>Microsoft Office PowerPoint</Application>
  <DocSecurity>0</DocSecurity>
  <PresentationFormat>自定义</PresentationFormat>
  <Paragraphs>660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25</cp:revision>
  <dcterms:created xsi:type="dcterms:W3CDTF">2026-09-23T07:01:10Z</dcterms:created>
  <dcterms:modified xsi:type="dcterms:W3CDTF">2026-10-13T14:02:56Z</dcterms:modified>
</cp:coreProperties>
</file>