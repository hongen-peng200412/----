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  <p:sldId id="280" r:id="rId21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452" autoAdjust="0"/>
  </p:normalViewPr>
  <p:slideViewPr>
    <p:cSldViewPr snapToGrid="0">
      <p:cViewPr varScale="1">
        <p:scale>
          <a:sx n="70" d="100"/>
          <a:sy n="70" d="100"/>
        </p:scale>
        <p:origin x="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rPr lang="zh-CN" altLang="en-US"/>
          <a:t>@@find-only-instance-completion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LigandSeek2-Find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LigandSeek2-Find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10912</TotalTime>
  <Words>6749</Words>
  <Application>Microsoft Office PowerPoint</Application>
  <DocSecurity>0</DocSecurity>
  <PresentationFormat>自定义</PresentationFormat>
  <Paragraphs>716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26</cp:revision>
  <dcterms:created xsi:type="dcterms:W3CDTF">2026-09-23T07:01:10Z</dcterms:created>
  <dcterms:modified xsi:type="dcterms:W3CDTF">2026-10-20T13:16:42Z</dcterms:modified>
</cp:coreProperties>
</file>